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5.xml" ContentType="application/vnd.openxmlformats-officedocument.presentationml.slideMaster+xml"/>
  <Override PartName="/ppt/slideMasters/slideMaster12.xml" ContentType="application/vnd.openxmlformats-officedocument.presentationml.slideMaster+xml"/>
  <Override PartName="/ppt/slideMasters/slideMaster15.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10.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presProps.xml" ContentType="application/vnd.openxmlformats-officedocument.presentationml.presProps+xml"/>
  <Override PartName="/ppt/slides/slide12.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1.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3" r:id="rId3"/>
    <p:sldMasterId id="2147483661" r:id="rId4"/>
    <p:sldMasterId id="2147483663" r:id="rId5"/>
    <p:sldMasterId id="2147483666" r:id="rId6"/>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9144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5.xml"/><Relationship Id="rId4" Type="http://schemas.openxmlformats.org/officeDocument/2006/relationships/slideMaster" Target="slideMasters/slideMaster12.xml"/><Relationship Id="rId5" Type="http://schemas.openxmlformats.org/officeDocument/2006/relationships/slideMaster" Target="slideMasters/slideMaster13.xml"/><Relationship Id="rId6" Type="http://schemas.openxmlformats.org/officeDocument/2006/relationships/slideMaster" Target="slideMasters/slideMaster15.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itle Slide W/Cover">
    <p:bg>
      <p:bgPr>
        <a:solidFill>
          <a:srgbClr val="FFFFFF"/>
        </a:solidFill>
      </p:bgPr>
    </p:bg>
    <p:spTree>
      <p:nvGrpSpPr>
        <p:cNvPr id="1" name=""/>
        <p:cNvGrpSpPr/>
        <p:nvPr/>
      </p:nvGrpSpPr>
      <p:grpSpPr>
        <a:xfrm>
          <a:off x="0" y="0"/>
          <a:ext cx="0" cy="0"/>
          <a:chOff x="0" y="0"/>
          <a:chExt cx="0" cy="0"/>
        </a:xfrm>
      </p:grpSpPr>
      <p:pic>
        <p:nvPicPr>
          <p:cNvPr id="2" name="MGH logo" descr="McGraw-Hill Education Logo"/>
          <p:cNvPicPr/>
          <p:nvPr/>
        </p:nvPicPr>
        <p:blipFill>
          <a:blip r:embed="rId2"/>
          <a:stretch/>
        </p:blipFill>
        <p:spPr>
          <a:xfrm>
            <a:off x="294120" y="283680"/>
            <a:ext cx="999000" cy="999000"/>
          </a:xfrm>
          <a:prstGeom prst="rect">
            <a:avLst/>
          </a:prstGeom>
          <a:noFill/>
          <a:ln w="0">
            <a:noFill/>
          </a:ln>
        </p:spPr>
      </p:pic>
      <p:sp>
        <p:nvSpPr>
          <p:cNvPr id="3" name="MGH Tagline"/>
          <p:cNvSpPr/>
          <p:nvPr/>
        </p:nvSpPr>
        <p:spPr>
          <a:xfrm>
            <a:off x="5060160" y="337320"/>
            <a:ext cx="3873600" cy="338040"/>
          </a:xfrm>
          <a:prstGeom prst="rect">
            <a:avLst/>
          </a:prstGeom>
          <a:noFill/>
          <a:ln w="0">
            <a:noFill/>
          </a:ln>
        </p:spPr>
        <p:style>
          <a:lnRef idx="0"/>
          <a:fillRef idx="0"/>
          <a:effectRef idx="0"/>
          <a:fontRef idx="minor"/>
        </p:style>
        <p:txBody>
          <a:bodyPr lIns="45720" tIns="45000" rIns="45720" bIns="45000" anchor="t">
            <a:spAutoFit/>
          </a:bodyPr>
          <a:p>
            <a:pPr defTabSz="914400">
              <a:lnSpc>
                <a:spcPct val="100000"/>
              </a:lnSpc>
              <a:tabLst>
                <a:tab pos="0" algn="l"/>
              </a:tabLst>
            </a:pPr>
            <a:r>
              <a:rPr lang="en-US" sz="1600" b="0" u="none" spc="40" strike="noStrike">
                <a:solidFill>
                  <a:schemeClr val="dk1"/>
                </a:solidFill>
                <a:effectLst/>
                <a:uFillTx/>
                <a:latin typeface="Arial"/>
                <a:ea typeface="Calibri"/>
              </a:rPr>
              <a:t>Because learning changes </a:t>
            </a:r>
            <a:r>
              <a:rPr lang="en-US" sz="1600" b="0" u="none" spc="40" strike="noStrike">
                <a:solidFill>
                  <a:schemeClr val="dk1"/>
                </a:solidFill>
                <a:effectLst/>
                <a:uFillTx/>
                <a:latin typeface="Arial"/>
                <a:ea typeface="Calibri"/>
              </a:rPr>
              <a:t>everything.</a:t>
            </a:r>
            <a:r>
              <a:rPr lang="en-US" sz="1050" b="0" u="none" spc="40" strike="noStrike" baseline="60000">
                <a:solidFill>
                  <a:schemeClr val="dk1"/>
                </a:solidFill>
                <a:effectLst/>
                <a:uFillTx/>
                <a:latin typeface="Arial"/>
                <a:ea typeface="Calibri"/>
              </a:rPr>
              <a:t>®</a:t>
            </a:r>
            <a:endParaRPr lang="en-US" sz="1050" b="0" u="none" strike="noStrike">
              <a:solidFill>
                <a:srgbClr val="000000"/>
              </a:solidFill>
              <a:effectLst/>
              <a:uFillTx/>
              <a:latin typeface="Arial"/>
            </a:endParaRPr>
          </a:p>
        </p:txBody>
      </p:sp>
      <p:sp>
        <p:nvSpPr>
          <p:cNvPr id="4" name="MGH Yellow Line">
            <a:extLst>
              <a:ext uri="{C183D7F6-B498-43B3-948B-1728B52AA6E4}">
                <adec:decorative xmlns:adec="http://schemas.microsoft.com/office/drawing/2017/decorative" val="1"/>
              </a:ext>
            </a:extLst>
          </p:cNvPr>
          <p:cNvSpPr/>
          <p:nvPr/>
        </p:nvSpPr>
        <p:spPr>
          <a:xfrm>
            <a:off x="0" y="6432480"/>
            <a:ext cx="9143640" cy="543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9720" rIns="90000" bIns="9720" anchor="ctr">
            <a:noAutofit/>
          </a:bodyPr>
          <a:p>
            <a:endParaRPr lang="en-US" sz="1800" b="0" u="none" strike="noStrike">
              <a:solidFill>
                <a:schemeClr val="lt1"/>
              </a:solidFill>
              <a:effectLst/>
              <a:uFillTx/>
              <a:latin typeface="Arial"/>
            </a:endParaRPr>
          </a:p>
        </p:txBody>
      </p:sp>
      <p:grpSp>
        <p:nvGrpSpPr>
          <p:cNvPr id="5" name="MHE Official Background, fixed">
            <a:extLst>
              <a:ext uri="{C183D7F6-B498-43B3-948B-1728B52AA6E4}">
                <adec:decorative xmlns:adec="http://schemas.microsoft.com/office/drawing/2017/decorative" val="1"/>
              </a:ext>
            </a:extLst>
          </p:cNvPr>
          <p:cNvGrpSpPr/>
          <p:nvPr/>
        </p:nvGrpSpPr>
        <p:grpSpPr>
          <a:xfrm>
            <a:off x="345960" y="2099160"/>
            <a:ext cx="3863160" cy="3863160"/>
            <a:chOff x="345960" y="2099160"/>
            <a:chExt cx="3863160" cy="3863160"/>
          </a:xfrm>
        </p:grpSpPr>
        <p:sp>
          <p:nvSpPr>
            <p:cNvPr id="6" name="Rectangle 12"/>
            <p:cNvSpPr/>
            <p:nvPr/>
          </p:nvSpPr>
          <p:spPr>
            <a:xfrm>
              <a:off x="345960" y="2099160"/>
              <a:ext cx="3863160" cy="3863160"/>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7" name="Rectangle 13"/>
            <p:cNvSpPr/>
            <p:nvPr/>
          </p:nvSpPr>
          <p:spPr>
            <a:xfrm>
              <a:off x="482760" y="2368440"/>
              <a:ext cx="3457440" cy="345744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8" name="Rectangle 14"/>
            <p:cNvSpPr/>
            <p:nvPr/>
          </p:nvSpPr>
          <p:spPr>
            <a:xfrm>
              <a:off x="614160" y="2898360"/>
              <a:ext cx="2793600" cy="279216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grpSp>
      <p:sp>
        <p:nvSpPr>
          <p:cNvPr id="9" name="PlaceHolder 1"/>
          <p:cNvSpPr>
            <a:spLocks noGrp="1"/>
          </p:cNvSpPr>
          <p:nvPr>
            <p:ph type="title" hasCustomPrompt="1"/>
          </p:nvPr>
        </p:nvSpPr>
        <p:spPr>
          <a:xfrm>
            <a:off x="621720" y="3139920"/>
            <a:ext cx="2788560" cy="1157400"/>
          </a:xfrm>
          <a:prstGeom prst="rect">
            <a:avLst/>
          </a:prstGeom>
          <a:noFill/>
          <a:ln w="0">
            <a:noFill/>
          </a:ln>
        </p:spPr>
        <p:txBody>
          <a:bodyPr lIns="90000" tIns="45000" rIns="90000" bIns="45000" anchor="b">
            <a:noAutofit/>
          </a:bodyPr>
          <a:lstStyle>
            <a:lvl1pPr indent="0" algn="l" defTabSz="914400">
              <a:lnSpc>
                <a:spcPct val="100000"/>
              </a:lnSpc>
              <a:buNone/>
              <a:defRPr lang="en-US" sz="2600" b="1" u="none" strike="noStrike">
                <a:solidFill>
                  <a:schemeClr val="lt1"/>
                </a:solidFill>
                <a:effectLst/>
                <a:uFillTx/>
                <a:latin typeface="Arial"/>
              </a:defRPr>
            </a:lvl1pPr>
          </a:lstStyle>
          <a:p>
            <a:pPr indent="0" algn="l" defTabSz="914400">
              <a:lnSpc>
                <a:spcPct val="100000"/>
              </a:lnSpc>
              <a:buNone/>
            </a:pPr>
            <a:r>
              <a:rPr lang="en-US" sz="2600" b="1" u="none" strike="noStrike">
                <a:solidFill>
                  <a:schemeClr val="lt1"/>
                </a:solidFill>
                <a:effectLst/>
                <a:uFillTx/>
                <a:latin typeface="Arial"/>
              </a:rPr>
              <a:t>Presentation Title</a:t>
            </a:r>
            <a:endParaRPr lang="en-US" sz="2600" b="1" u="none" strike="noStrike">
              <a:solidFill>
                <a:schemeClr val="lt1"/>
              </a:solidFill>
              <a:effectLst/>
              <a:uFillTx/>
              <a:latin typeface="Arial"/>
            </a:endParaRPr>
          </a:p>
        </p:txBody>
      </p:sp>
      <p:cxnSp>
        <p:nvCxnSpPr>
          <p:cNvPr id="10" name="MHE line separating subtitles from text">
            <a:extLst>
              <a:ext uri="{C183D7F6-B498-43B3-948B-1728B52AA6E4}">
                <adec:decorative xmlns:adec="http://schemas.microsoft.com/office/drawing/2017/decorative" val="1"/>
              </a:ext>
            </a:extLst>
          </p:cNvPr>
          <p:cNvCxnSpPr/>
          <p:nvPr/>
        </p:nvCxnSpPr>
        <p:spPr>
          <a:xfrm>
            <a:off x="713160" y="4919400"/>
            <a:ext cx="2533320" cy="360"/>
          </a:xfrm>
          <a:prstGeom prst="straightConnector1">
            <a:avLst/>
          </a:prstGeom>
          <a:ln w="12700">
            <a:solidFill>
              <a:srgbClr val="FFB600"/>
            </a:solidFill>
          </a:ln>
        </p:spPr>
      </p:cxnSp>
      <p:sp>
        <p:nvSpPr>
          <p:cNvPr id="11" name="PlaceHolder 2"/>
          <p:cNvSpPr>
            <a:spLocks noGrp="1"/>
          </p:cNvSpPr>
          <p:nvPr>
            <p:ph type="body" hasCustomPrompt="1"/>
          </p:nvPr>
        </p:nvSpPr>
        <p:spPr>
          <a:xfrm>
            <a:off x="621720" y="5093280"/>
            <a:ext cx="2788560" cy="57600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200" b="1" u="none" strike="noStrike">
                <a:solidFill>
                  <a:schemeClr val="lt1"/>
                </a:solidFill>
                <a:effectLst/>
                <a:uFillTx/>
                <a:latin typeface="Arial"/>
              </a:defRPr>
            </a:lvl1pPr>
          </a:lstStyle>
          <a:p>
            <a:pPr indent="0" algn="l" defTabSz="914400">
              <a:lnSpc>
                <a:spcPct val="100000"/>
              </a:lnSpc>
              <a:buNone/>
              <a:tabLst>
                <a:tab pos="0" algn="l"/>
              </a:tabLst>
            </a:pPr>
            <a:r>
              <a:rPr lang="en-US" sz="1200" b="1" u="none" strike="noStrike">
                <a:solidFill>
                  <a:schemeClr val="lt1"/>
                </a:solidFill>
                <a:effectLst/>
                <a:uFillTx/>
                <a:latin typeface="Arial"/>
              </a:rPr>
              <a:t>Extra Text</a:t>
            </a:r>
            <a:endParaRPr lang="en-US" sz="1200" b="0" u="none" strike="noStrike">
              <a:solidFill>
                <a:schemeClr val="dk1"/>
              </a:solidFill>
              <a:effectLst/>
              <a:uFillTx/>
              <a:latin typeface="Arial"/>
            </a:endParaRPr>
          </a:p>
        </p:txBody>
      </p:sp>
      <p:sp>
        <p:nvSpPr>
          <p:cNvPr id="12" name="PlaceHolder 3"/>
          <p:cNvSpPr>
            <a:spLocks noGrp="1"/>
          </p:cNvSpPr>
          <p:nvPr>
            <p:ph type="body" hasCustomPrompt="1"/>
          </p:nvPr>
        </p:nvSpPr>
        <p:spPr>
          <a:xfrm>
            <a:off x="4572000" y="1450080"/>
            <a:ext cx="4228920" cy="497592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0" u="none" strike="noStrike">
                <a:solidFill>
                  <a:schemeClr val="dk1"/>
                </a:solidFill>
                <a:effectLst/>
                <a:uFillTx/>
                <a:latin typeface="Arial"/>
              </a:defRPr>
            </a:lvl1pPr>
          </a:lstStyle>
          <a:p>
            <a:pPr indent="0" algn="l" defTabSz="914400">
              <a:lnSpc>
                <a:spcPct val="100000"/>
              </a:lnSpc>
              <a:buNone/>
              <a:tabLst>
                <a:tab pos="0" algn="l"/>
              </a:tabLst>
            </a:pPr>
            <a:r>
              <a:rPr lang="en-US" sz="1800" b="0" u="none" strike="noStrike">
                <a:solidFill>
                  <a:schemeClr val="dk1"/>
                </a:solidFill>
                <a:effectLst/>
                <a:uFillTx/>
                <a:latin typeface="Arial"/>
              </a:rPr>
              <a:t>Optional: Include Cover Here</a:t>
            </a:r>
            <a:endParaRPr lang="en-US" sz="1800" b="0" u="none" strike="noStrike">
              <a:solidFill>
                <a:schemeClr val="dk1"/>
              </a:solidFill>
              <a:effectLst/>
              <a:uFillTx/>
              <a:latin typeface="Arial"/>
            </a:endParaRPr>
          </a:p>
        </p:txBody>
      </p:sp>
      <p:sp>
        <p:nvSpPr>
          <p:cNvPr id="13" name="PlaceHolder 4"/>
          <p:cNvSpPr>
            <a:spLocks noGrp="1"/>
          </p:cNvSpPr>
          <p:nvPr>
            <p:ph type="ftr" idx="1"/>
          </p:nvPr>
        </p:nvSpPr>
        <p:spPr>
          <a:xfrm>
            <a:off x="0" y="6478560"/>
            <a:ext cx="9143640" cy="374040"/>
          </a:xfrm>
          <a:prstGeom prst="rect">
            <a:avLst/>
          </a:prstGeom>
          <a:noFill/>
          <a:ln w="0">
            <a:noFill/>
          </a:ln>
        </p:spPr>
        <p:txBody>
          <a:bodyPr lIns="91440" tIns="45720" rIns="91440" bIns="45720" anchor="ctr">
            <a:noAutofit/>
          </a:bodyPr>
          <a:lstStyle>
            <a:lvl1pPr indent="0" algn="ctr" defTabSz="457200">
              <a:lnSpc>
                <a:spcPct val="100000"/>
              </a:lnSpc>
              <a:spcBef>
                <a:spcPts val="159"/>
              </a:spcBef>
              <a:buNone/>
              <a:defRPr lang="en-US" sz="800" b="0" u="none" strike="noStrike">
                <a:solidFill>
                  <a:schemeClr val="dk1">
                    <a:lumMod val="50000"/>
                    <a:lumOff val="50000"/>
                  </a:schemeClr>
                </a:solidFill>
                <a:effectLst/>
                <a:uFillTx/>
                <a:latin typeface="Arial"/>
              </a:defRPr>
            </a:lvl1pPr>
          </a:lstStyle>
          <a:p>
            <a:pPr indent="0" algn="ctr" defTabSz="457200">
              <a:lnSpc>
                <a:spcPct val="100000"/>
              </a:lnSpc>
              <a:spcBef>
                <a:spcPts val="159"/>
              </a:spcBef>
              <a:buNone/>
            </a:pPr>
            <a:r>
              <a:rPr lang="en-US" sz="800" b="0" u="none" strike="noStrike">
                <a:solidFill>
                  <a:schemeClr val="dk1">
                    <a:lumMod val="50000"/>
                    <a:lumOff val="50000"/>
                  </a:schemeClr>
                </a:solidFill>
                <a:effectLst/>
                <a:uFillTx/>
                <a:latin typeface="Arial"/>
              </a:rPr>
              <a:t>&lt;footer&gt;</a:t>
            </a:r>
            <a:endParaRPr lang="en-US" sz="8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_Title Slide W/Cover">
    <p:bg>
      <p:bgPr>
        <a:solidFill>
          <a:srgbClr val="FFFFFF"/>
        </a:solidFill>
      </p:bgPr>
    </p:bg>
    <p:spTree>
      <p:nvGrpSpPr>
        <p:cNvPr id="1" name=""/>
        <p:cNvGrpSpPr/>
        <p:nvPr/>
      </p:nvGrpSpPr>
      <p:grpSpPr>
        <a:xfrm>
          <a:off x="0" y="0"/>
          <a:ext cx="0" cy="0"/>
          <a:chOff x="0" y="0"/>
          <a:chExt cx="0" cy="0"/>
        </a:xfrm>
      </p:grpSpPr>
      <p:pic>
        <p:nvPicPr>
          <p:cNvPr id="14" name="MGH logo" descr="McGraw-Hill Education Logo"/>
          <p:cNvPicPr/>
          <p:nvPr/>
        </p:nvPicPr>
        <p:blipFill>
          <a:blip r:embed="rId2"/>
          <a:stretch/>
        </p:blipFill>
        <p:spPr>
          <a:xfrm>
            <a:off x="294120" y="283680"/>
            <a:ext cx="999000" cy="999000"/>
          </a:xfrm>
          <a:prstGeom prst="rect">
            <a:avLst/>
          </a:prstGeom>
          <a:noFill/>
          <a:ln w="0">
            <a:noFill/>
          </a:ln>
        </p:spPr>
      </p:pic>
      <p:sp>
        <p:nvSpPr>
          <p:cNvPr id="15" name="MGH Tagline"/>
          <p:cNvSpPr/>
          <p:nvPr/>
        </p:nvSpPr>
        <p:spPr>
          <a:xfrm>
            <a:off x="5060160" y="337320"/>
            <a:ext cx="3873600" cy="338040"/>
          </a:xfrm>
          <a:prstGeom prst="rect">
            <a:avLst/>
          </a:prstGeom>
          <a:noFill/>
          <a:ln w="0">
            <a:noFill/>
          </a:ln>
        </p:spPr>
        <p:style>
          <a:lnRef idx="0"/>
          <a:fillRef idx="0"/>
          <a:effectRef idx="0"/>
          <a:fontRef idx="minor"/>
        </p:style>
        <p:txBody>
          <a:bodyPr lIns="45720" tIns="45000" rIns="45720" bIns="45000" anchor="t">
            <a:spAutoFit/>
          </a:bodyPr>
          <a:p>
            <a:pPr defTabSz="914400">
              <a:lnSpc>
                <a:spcPct val="100000"/>
              </a:lnSpc>
              <a:tabLst>
                <a:tab pos="0" algn="l"/>
              </a:tabLst>
            </a:pPr>
            <a:r>
              <a:rPr lang="en-US" sz="1600" b="0" u="none" spc="40" strike="noStrike">
                <a:solidFill>
                  <a:schemeClr val="dk1"/>
                </a:solidFill>
                <a:effectLst/>
                <a:uFillTx/>
                <a:latin typeface="Arial"/>
                <a:ea typeface="Calibri"/>
              </a:rPr>
              <a:t>Because learning changes everything.</a:t>
            </a:r>
            <a:r>
              <a:rPr lang="en-US" sz="1050" b="0" u="none" spc="40" strike="noStrike" baseline="60000">
                <a:solidFill>
                  <a:schemeClr val="dk1"/>
                </a:solidFill>
                <a:effectLst/>
                <a:uFillTx/>
                <a:latin typeface="Arial"/>
                <a:ea typeface="Calibri"/>
              </a:rPr>
              <a:t>®</a:t>
            </a:r>
            <a:endParaRPr lang="en-US" sz="1050" b="0" u="none" strike="noStrike">
              <a:solidFill>
                <a:srgbClr val="000000"/>
              </a:solidFill>
              <a:effectLst/>
              <a:uFillTx/>
              <a:latin typeface="Arial"/>
            </a:endParaRPr>
          </a:p>
        </p:txBody>
      </p:sp>
      <p:sp>
        <p:nvSpPr>
          <p:cNvPr id="16" name="MGH Yellow Line">
            <a:extLst>
              <a:ext uri="{C183D7F6-B498-43B3-948B-1728B52AA6E4}">
                <adec:decorative xmlns:adec="http://schemas.microsoft.com/office/drawing/2017/decorative" val="1"/>
              </a:ext>
            </a:extLst>
          </p:cNvPr>
          <p:cNvSpPr/>
          <p:nvPr/>
        </p:nvSpPr>
        <p:spPr>
          <a:xfrm>
            <a:off x="0" y="6432480"/>
            <a:ext cx="9143640" cy="543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9720" rIns="90000" bIns="9720" anchor="ctr">
            <a:noAutofit/>
          </a:bodyPr>
          <a:p>
            <a:endParaRPr lang="en-US" sz="1800" b="0" u="none" strike="noStrike">
              <a:solidFill>
                <a:schemeClr val="lt1"/>
              </a:solidFill>
              <a:effectLst/>
              <a:uFillTx/>
              <a:latin typeface="Arial"/>
            </a:endParaRPr>
          </a:p>
        </p:txBody>
      </p:sp>
      <p:grpSp>
        <p:nvGrpSpPr>
          <p:cNvPr id="17" name="MHE Altered Background, fixed">
            <a:extLst>
              <a:ext uri="{C183D7F6-B498-43B3-948B-1728B52AA6E4}">
                <adec:decorative xmlns:adec="http://schemas.microsoft.com/office/drawing/2017/decorative" val="1"/>
              </a:ext>
            </a:extLst>
          </p:cNvPr>
          <p:cNvGrpSpPr/>
          <p:nvPr/>
        </p:nvGrpSpPr>
        <p:grpSpPr>
          <a:xfrm>
            <a:off x="343080" y="2095560"/>
            <a:ext cx="3885840" cy="3885840"/>
            <a:chOff x="343080" y="2095560"/>
            <a:chExt cx="3885840" cy="3885840"/>
          </a:xfrm>
        </p:grpSpPr>
        <p:sp>
          <p:nvSpPr>
            <p:cNvPr id="18" name="Rectangle 13"/>
            <p:cNvSpPr/>
            <p:nvPr/>
          </p:nvSpPr>
          <p:spPr>
            <a:xfrm>
              <a:off x="343080" y="2095560"/>
              <a:ext cx="3885840" cy="388584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19" name="Rectangle 14"/>
            <p:cNvSpPr/>
            <p:nvPr/>
          </p:nvSpPr>
          <p:spPr>
            <a:xfrm>
              <a:off x="495360" y="2362320"/>
              <a:ext cx="3428640" cy="34668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grpSp>
      <p:sp>
        <p:nvSpPr>
          <p:cNvPr id="20" name="PlaceHolder 1"/>
          <p:cNvSpPr>
            <a:spLocks noGrp="1"/>
          </p:cNvSpPr>
          <p:nvPr>
            <p:ph type="title" hasCustomPrompt="1"/>
          </p:nvPr>
        </p:nvSpPr>
        <p:spPr>
          <a:xfrm>
            <a:off x="621720" y="2608200"/>
            <a:ext cx="3035520" cy="1393560"/>
          </a:xfrm>
          <a:prstGeom prst="rect">
            <a:avLst/>
          </a:prstGeom>
          <a:noFill/>
          <a:ln w="0">
            <a:noFill/>
          </a:ln>
        </p:spPr>
        <p:txBody>
          <a:bodyPr lIns="90000" tIns="45000" rIns="90000" bIns="45000" anchor="b">
            <a:noAutofit/>
          </a:bodyPr>
          <a:lstStyle>
            <a:lvl1pPr indent="0" algn="l" defTabSz="914400">
              <a:lnSpc>
                <a:spcPct val="100000"/>
              </a:lnSpc>
              <a:buNone/>
              <a:defRPr lang="en-US" sz="2600" b="1" u="none" strike="noStrike">
                <a:solidFill>
                  <a:schemeClr val="lt1"/>
                </a:solidFill>
                <a:effectLst/>
                <a:uFillTx/>
                <a:latin typeface="Arial"/>
              </a:defRPr>
            </a:lvl1pPr>
          </a:lstStyle>
          <a:p>
            <a:pPr indent="0" algn="l" defTabSz="914400">
              <a:lnSpc>
                <a:spcPct val="100000"/>
              </a:lnSpc>
              <a:buNone/>
            </a:pPr>
            <a:r>
              <a:rPr lang="en-US" sz="2600" b="1" u="none" strike="noStrike">
                <a:solidFill>
                  <a:schemeClr val="lt1"/>
                </a:solidFill>
                <a:effectLst/>
                <a:uFillTx/>
                <a:latin typeface="Arial"/>
              </a:rPr>
              <a:t>Presentation Title</a:t>
            </a:r>
            <a:endParaRPr lang="en-US" sz="2600" b="1" u="none" strike="noStrike">
              <a:solidFill>
                <a:schemeClr val="lt1"/>
              </a:solidFill>
              <a:effectLst/>
              <a:uFillTx/>
              <a:latin typeface="Arial"/>
            </a:endParaRPr>
          </a:p>
        </p:txBody>
      </p:sp>
      <p:cxnSp>
        <p:nvCxnSpPr>
          <p:cNvPr id="21" name="MHE line separating subtitles from text">
            <a:extLst>
              <a:ext uri="{C183D7F6-B498-43B3-948B-1728B52AA6E4}">
                <adec:decorative xmlns:adec="http://schemas.microsoft.com/office/drawing/2017/decorative" val="1"/>
              </a:ext>
            </a:extLst>
          </p:cNvPr>
          <p:cNvCxnSpPr/>
          <p:nvPr/>
        </p:nvCxnSpPr>
        <p:spPr>
          <a:xfrm>
            <a:off x="713160" y="4919400"/>
            <a:ext cx="2533320" cy="360"/>
          </a:xfrm>
          <a:prstGeom prst="straightConnector1">
            <a:avLst/>
          </a:prstGeom>
          <a:ln w="12700">
            <a:solidFill>
              <a:srgbClr val="FFB600"/>
            </a:solidFill>
          </a:ln>
        </p:spPr>
      </p:cxnSp>
      <p:sp>
        <p:nvSpPr>
          <p:cNvPr id="22" name="PlaceHolder 2"/>
          <p:cNvSpPr>
            <a:spLocks noGrp="1"/>
          </p:cNvSpPr>
          <p:nvPr>
            <p:ph type="body" hasCustomPrompt="1"/>
          </p:nvPr>
        </p:nvSpPr>
        <p:spPr>
          <a:xfrm>
            <a:off x="621720" y="5096520"/>
            <a:ext cx="3043080" cy="56916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200" b="1" u="none" strike="noStrike">
                <a:solidFill>
                  <a:schemeClr val="lt1"/>
                </a:solidFill>
                <a:effectLst/>
                <a:uFillTx/>
                <a:latin typeface="Arial"/>
              </a:defRPr>
            </a:lvl1pPr>
          </a:lstStyle>
          <a:p>
            <a:pPr indent="0" algn="l" defTabSz="914400">
              <a:lnSpc>
                <a:spcPct val="100000"/>
              </a:lnSpc>
              <a:buNone/>
              <a:tabLst>
                <a:tab pos="0" algn="l"/>
              </a:tabLst>
            </a:pPr>
            <a:r>
              <a:rPr lang="en-US" sz="1200" b="1" u="none" strike="noStrike">
                <a:solidFill>
                  <a:schemeClr val="lt1"/>
                </a:solidFill>
                <a:effectLst/>
                <a:uFillTx/>
                <a:latin typeface="Arial"/>
              </a:rPr>
              <a:t>Extra Text</a:t>
            </a:r>
            <a:endParaRPr lang="en-US" sz="1200" b="0" u="none" strike="noStrike">
              <a:solidFill>
                <a:schemeClr val="dk1"/>
              </a:solidFill>
              <a:effectLst/>
              <a:uFillTx/>
              <a:latin typeface="Arial"/>
            </a:endParaRPr>
          </a:p>
        </p:txBody>
      </p:sp>
      <p:sp>
        <p:nvSpPr>
          <p:cNvPr id="23" name="PlaceHolder 3"/>
          <p:cNvSpPr>
            <a:spLocks noGrp="1"/>
          </p:cNvSpPr>
          <p:nvPr>
            <p:ph type="body" hasCustomPrompt="1"/>
          </p:nvPr>
        </p:nvSpPr>
        <p:spPr>
          <a:xfrm>
            <a:off x="4572000" y="1450080"/>
            <a:ext cx="4228920" cy="497592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0" u="none" strike="noStrike">
                <a:solidFill>
                  <a:schemeClr val="dk1"/>
                </a:solidFill>
                <a:effectLst/>
                <a:uFillTx/>
                <a:latin typeface="Arial"/>
              </a:defRPr>
            </a:lvl1pPr>
          </a:lstStyle>
          <a:p>
            <a:pPr indent="0" algn="l" defTabSz="914400">
              <a:lnSpc>
                <a:spcPct val="100000"/>
              </a:lnSpc>
              <a:buNone/>
              <a:tabLst>
                <a:tab pos="0" algn="l"/>
              </a:tabLst>
            </a:pPr>
            <a:r>
              <a:rPr lang="en-US" sz="1800" b="0" u="none" strike="noStrike">
                <a:solidFill>
                  <a:schemeClr val="dk1"/>
                </a:solidFill>
                <a:effectLst/>
                <a:uFillTx/>
                <a:latin typeface="Arial"/>
              </a:rPr>
              <a:t>Optional: Include Cover Here</a:t>
            </a:r>
            <a:endParaRPr lang="en-US" sz="1800" b="0" u="none" strike="noStrike">
              <a:solidFill>
                <a:schemeClr val="dk1"/>
              </a:solidFill>
              <a:effectLst/>
              <a:uFillTx/>
              <a:latin typeface="Arial"/>
            </a:endParaRPr>
          </a:p>
        </p:txBody>
      </p:sp>
      <p:sp>
        <p:nvSpPr>
          <p:cNvPr id="24" name="PlaceHolder 4"/>
          <p:cNvSpPr>
            <a:spLocks noGrp="1"/>
          </p:cNvSpPr>
          <p:nvPr>
            <p:ph type="ftr" idx="2"/>
          </p:nvPr>
        </p:nvSpPr>
        <p:spPr>
          <a:xfrm>
            <a:off x="0" y="6478560"/>
            <a:ext cx="9143640" cy="379080"/>
          </a:xfrm>
          <a:prstGeom prst="rect">
            <a:avLst/>
          </a:prstGeom>
          <a:noFill/>
          <a:ln w="0">
            <a:noFill/>
          </a:ln>
        </p:spPr>
        <p:txBody>
          <a:bodyPr lIns="91440" tIns="45720" rIns="91440" bIns="45720" anchor="ctr">
            <a:noAutofit/>
          </a:bodyPr>
          <a:lstStyle>
            <a:lvl1pPr indent="0" algn="ctr" defTabSz="457200">
              <a:lnSpc>
                <a:spcPct val="100000"/>
              </a:lnSpc>
              <a:spcBef>
                <a:spcPts val="159"/>
              </a:spcBef>
              <a:buNone/>
              <a:defRPr lang="en-US" sz="800" b="0" u="none" strike="noStrike">
                <a:solidFill>
                  <a:schemeClr val="dk1">
                    <a:lumMod val="50000"/>
                    <a:lumOff val="50000"/>
                  </a:schemeClr>
                </a:solidFill>
                <a:effectLst/>
                <a:uFillTx/>
                <a:latin typeface="Arial"/>
              </a:defRPr>
            </a:lvl1pPr>
          </a:lstStyle>
          <a:p>
            <a:pPr indent="0" algn="ctr" defTabSz="457200">
              <a:lnSpc>
                <a:spcPct val="100000"/>
              </a:lnSpc>
              <a:spcBef>
                <a:spcPts val="159"/>
              </a:spcBef>
              <a:buNone/>
            </a:pPr>
            <a:r>
              <a:rPr lang="en-US" sz="800" b="0" u="none" strike="noStrike">
                <a:solidFill>
                  <a:schemeClr val="dk1">
                    <a:lumMod val="50000"/>
                    <a:lumOff val="50000"/>
                  </a:schemeClr>
                </a:solidFill>
                <a:effectLst/>
                <a:uFillTx/>
                <a:latin typeface="Arial"/>
              </a:rPr>
              <a:t>&lt;footer&gt;</a:t>
            </a:r>
            <a:endParaRPr lang="en-US" sz="8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itle Slide NO Cover">
    <p:bg>
      <p:bgPr>
        <a:solidFill>
          <a:srgbClr val="FFFFFF"/>
        </a:solidFill>
      </p:bgPr>
    </p:bg>
    <p:spTree>
      <p:nvGrpSpPr>
        <p:cNvPr id="1" name=""/>
        <p:cNvGrpSpPr/>
        <p:nvPr/>
      </p:nvGrpSpPr>
      <p:grpSpPr>
        <a:xfrm>
          <a:off x="0" y="0"/>
          <a:ext cx="0" cy="0"/>
          <a:chOff x="0" y="0"/>
          <a:chExt cx="0" cy="0"/>
        </a:xfrm>
      </p:grpSpPr>
      <p:pic>
        <p:nvPicPr>
          <p:cNvPr id="25" name="MGH logo" descr="McGraw-Hill Education Logo"/>
          <p:cNvPicPr/>
          <p:nvPr/>
        </p:nvPicPr>
        <p:blipFill>
          <a:blip r:embed="rId2"/>
          <a:stretch/>
        </p:blipFill>
        <p:spPr>
          <a:xfrm>
            <a:off x="294120" y="283680"/>
            <a:ext cx="999000" cy="999000"/>
          </a:xfrm>
          <a:prstGeom prst="rect">
            <a:avLst/>
          </a:prstGeom>
          <a:noFill/>
          <a:ln w="0">
            <a:noFill/>
          </a:ln>
        </p:spPr>
      </p:pic>
      <p:sp>
        <p:nvSpPr>
          <p:cNvPr id="26" name="MGH Tagline"/>
          <p:cNvSpPr/>
          <p:nvPr/>
        </p:nvSpPr>
        <p:spPr>
          <a:xfrm>
            <a:off x="5060160" y="337320"/>
            <a:ext cx="3873600" cy="338040"/>
          </a:xfrm>
          <a:prstGeom prst="rect">
            <a:avLst/>
          </a:prstGeom>
          <a:noFill/>
          <a:ln w="0">
            <a:noFill/>
          </a:ln>
        </p:spPr>
        <p:style>
          <a:lnRef idx="0"/>
          <a:fillRef idx="0"/>
          <a:effectRef idx="0"/>
          <a:fontRef idx="minor"/>
        </p:style>
        <p:txBody>
          <a:bodyPr lIns="45720" tIns="45000" rIns="45720" bIns="45000" anchor="t">
            <a:spAutoFit/>
          </a:bodyPr>
          <a:p>
            <a:pPr defTabSz="914400">
              <a:lnSpc>
                <a:spcPct val="100000"/>
              </a:lnSpc>
              <a:tabLst>
                <a:tab pos="0" algn="l"/>
              </a:tabLst>
            </a:pPr>
            <a:r>
              <a:rPr lang="en-US" sz="1600" b="0" u="none" spc="40" strike="noStrike">
                <a:solidFill>
                  <a:schemeClr val="dk1"/>
                </a:solidFill>
                <a:effectLst/>
                <a:uFillTx/>
                <a:latin typeface="Arial"/>
                <a:ea typeface="Calibri"/>
              </a:rPr>
              <a:t>Because learning changes everything.</a:t>
            </a:r>
            <a:r>
              <a:rPr lang="en-US" sz="1050" b="0" u="none" spc="40" strike="noStrike" baseline="60000">
                <a:solidFill>
                  <a:schemeClr val="dk1"/>
                </a:solidFill>
                <a:effectLst/>
                <a:uFillTx/>
                <a:latin typeface="Arial"/>
                <a:ea typeface="Calibri"/>
              </a:rPr>
              <a:t>®</a:t>
            </a:r>
            <a:endParaRPr lang="en-US" sz="1050" b="0" u="none" strike="noStrike">
              <a:solidFill>
                <a:srgbClr val="000000"/>
              </a:solidFill>
              <a:effectLst/>
              <a:uFillTx/>
              <a:latin typeface="Arial"/>
            </a:endParaRPr>
          </a:p>
        </p:txBody>
      </p:sp>
      <p:sp>
        <p:nvSpPr>
          <p:cNvPr id="27" name="MGH Yellow Line">
            <a:extLst>
              <a:ext uri="{C183D7F6-B498-43B3-948B-1728B52AA6E4}">
                <adec:decorative xmlns:adec="http://schemas.microsoft.com/office/drawing/2017/decorative" val="1"/>
              </a:ext>
            </a:extLst>
          </p:cNvPr>
          <p:cNvSpPr/>
          <p:nvPr/>
        </p:nvSpPr>
        <p:spPr>
          <a:xfrm>
            <a:off x="0" y="6432480"/>
            <a:ext cx="9143640" cy="543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9720" rIns="90000" bIns="9720" anchor="ctr">
            <a:noAutofit/>
          </a:bodyPr>
          <a:p>
            <a:endParaRPr lang="en-US" sz="1800" b="0" u="none" strike="noStrike">
              <a:solidFill>
                <a:schemeClr val="lt1"/>
              </a:solidFill>
              <a:effectLst/>
              <a:uFillTx/>
              <a:latin typeface="Arial"/>
            </a:endParaRPr>
          </a:p>
        </p:txBody>
      </p:sp>
      <p:grpSp>
        <p:nvGrpSpPr>
          <p:cNvPr id="28" name="MHE Official Background, fixed">
            <a:extLst>
              <a:ext uri="{C183D7F6-B498-43B3-948B-1728B52AA6E4}">
                <adec:decorative xmlns:adec="http://schemas.microsoft.com/office/drawing/2017/decorative" val="1"/>
              </a:ext>
            </a:extLst>
          </p:cNvPr>
          <p:cNvGrpSpPr/>
          <p:nvPr/>
        </p:nvGrpSpPr>
        <p:grpSpPr>
          <a:xfrm>
            <a:off x="0" y="1452600"/>
            <a:ext cx="9143640" cy="4982400"/>
            <a:chOff x="0" y="1452600"/>
            <a:chExt cx="9143640" cy="4982400"/>
          </a:xfrm>
        </p:grpSpPr>
        <p:sp>
          <p:nvSpPr>
            <p:cNvPr id="29" name="Rectangle 10"/>
            <p:cNvSpPr/>
            <p:nvPr/>
          </p:nvSpPr>
          <p:spPr>
            <a:xfrm>
              <a:off x="0" y="1452600"/>
              <a:ext cx="9143640" cy="4982400"/>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30" name="Rectangle 11"/>
            <p:cNvSpPr/>
            <p:nvPr/>
          </p:nvSpPr>
          <p:spPr>
            <a:xfrm>
              <a:off x="185760" y="1945800"/>
              <a:ext cx="8492760" cy="428328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31" name="Rectangle 12"/>
            <p:cNvSpPr/>
            <p:nvPr/>
          </p:nvSpPr>
          <p:spPr>
            <a:xfrm>
              <a:off x="364320" y="2433600"/>
              <a:ext cx="7858080" cy="361152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grpSp>
      <p:sp>
        <p:nvSpPr>
          <p:cNvPr id="32" name="PlaceHolder 1"/>
          <p:cNvSpPr>
            <a:spLocks noGrp="1"/>
          </p:cNvSpPr>
          <p:nvPr>
            <p:ph type="title"/>
          </p:nvPr>
        </p:nvSpPr>
        <p:spPr>
          <a:xfrm>
            <a:off x="777240" y="2985480"/>
            <a:ext cx="6521400" cy="873000"/>
          </a:xfrm>
          <a:prstGeom prst="rect">
            <a:avLst/>
          </a:prstGeom>
          <a:noFill/>
          <a:ln w="0">
            <a:noFill/>
          </a:ln>
        </p:spPr>
        <p:txBody>
          <a:bodyPr lIns="90000" tIns="45000" rIns="90000" bIns="45000" anchor="t">
            <a:noAutofit/>
          </a:bodyPr>
          <a:lstStyle>
            <a:lvl1pPr indent="0" algn="l" defTabSz="914400">
              <a:lnSpc>
                <a:spcPct val="100000"/>
              </a:lnSpc>
              <a:buNone/>
              <a:defRPr lang="en-US" sz="2600" b="1" u="none" strike="noStrike">
                <a:solidFill>
                  <a:schemeClr val="lt1"/>
                </a:solidFill>
                <a:effectLst/>
                <a:uFillTx/>
                <a:latin typeface="Arial"/>
              </a:defRPr>
            </a:lvl1pPr>
          </a:lstStyle>
          <a:p>
            <a:pPr indent="0" algn="l" defTabSz="914400">
              <a:lnSpc>
                <a:spcPct val="100000"/>
              </a:lnSpc>
              <a:buNone/>
            </a:pPr>
            <a:r>
              <a:rPr lang="en-US" sz="2600" b="1" u="none" strike="noStrike">
                <a:solidFill>
                  <a:schemeClr val="lt1"/>
                </a:solidFill>
                <a:effectLst/>
                <a:uFillTx/>
                <a:latin typeface="Arial"/>
              </a:rPr>
              <a:t>Click to edit Master title style</a:t>
            </a:r>
            <a:endParaRPr lang="en-US" sz="2600" b="1" u="none" strike="noStrike">
              <a:solidFill>
                <a:schemeClr val="lt1"/>
              </a:solidFill>
              <a:effectLst/>
              <a:uFillTx/>
              <a:latin typeface="Arial"/>
            </a:endParaRPr>
          </a:p>
        </p:txBody>
      </p:sp>
      <p:cxnSp>
        <p:nvCxnSpPr>
          <p:cNvPr id="33" name="MHE line separating subtitles from text">
            <a:extLst>
              <a:ext uri="{C183D7F6-B498-43B3-948B-1728B52AA6E4}">
                <adec:decorative xmlns:adec="http://schemas.microsoft.com/office/drawing/2017/decorative" val="1"/>
              </a:ext>
            </a:extLst>
          </p:cNvPr>
          <p:cNvCxnSpPr/>
          <p:nvPr/>
        </p:nvCxnSpPr>
        <p:spPr>
          <a:xfrm>
            <a:off x="866880" y="4649760"/>
            <a:ext cx="3575160" cy="360"/>
          </a:xfrm>
          <a:prstGeom prst="straightConnector1">
            <a:avLst/>
          </a:prstGeom>
          <a:ln w="12700">
            <a:solidFill>
              <a:srgbClr val="FFB600"/>
            </a:solidFill>
          </a:ln>
        </p:spPr>
      </p:cxnSp>
      <p:sp>
        <p:nvSpPr>
          <p:cNvPr id="34" name="PlaceHolder 2"/>
          <p:cNvSpPr>
            <a:spLocks noGrp="1"/>
          </p:cNvSpPr>
          <p:nvPr>
            <p:ph type="body"/>
          </p:nvPr>
        </p:nvSpPr>
        <p:spPr>
          <a:xfrm>
            <a:off x="777240" y="4718160"/>
            <a:ext cx="4443120" cy="57600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600" b="0" u="none" strike="noStrike">
                <a:solidFill>
                  <a:schemeClr val="lt1"/>
                </a:solidFill>
                <a:effectLst/>
                <a:uFillTx/>
                <a:latin typeface="Arial"/>
              </a:defRPr>
            </a:lvl1pPr>
          </a:lstStyle>
          <a:p>
            <a:pPr indent="0" algn="l" defTabSz="914400">
              <a:lnSpc>
                <a:spcPct val="100000"/>
              </a:lnSpc>
              <a:buNone/>
              <a:tabLst>
                <a:tab pos="0" algn="l"/>
              </a:tabLst>
            </a:pPr>
            <a:r>
              <a:rPr lang="en-US" sz="1600" b="0" u="none" strike="noStrike">
                <a:solidFill>
                  <a:schemeClr val="lt1"/>
                </a:solidFill>
                <a:effectLst/>
                <a:uFillTx/>
                <a:latin typeface="Arial"/>
              </a:rPr>
              <a:t>Edit Master text styles</a:t>
            </a:r>
            <a:endParaRPr lang="en-US" sz="1600" b="0" u="none" strike="noStrike">
              <a:solidFill>
                <a:schemeClr val="lt1"/>
              </a:solidFill>
              <a:effectLst/>
              <a:uFillTx/>
              <a:latin typeface="Arial"/>
            </a:endParaRPr>
          </a:p>
        </p:txBody>
      </p:sp>
      <p:sp>
        <p:nvSpPr>
          <p:cNvPr id="35" name="PlaceHolder 3"/>
          <p:cNvSpPr>
            <a:spLocks noGrp="1"/>
          </p:cNvSpPr>
          <p:nvPr>
            <p:ph type="ftr" idx="3"/>
          </p:nvPr>
        </p:nvSpPr>
        <p:spPr>
          <a:xfrm>
            <a:off x="0" y="6487200"/>
            <a:ext cx="9143640" cy="370440"/>
          </a:xfrm>
          <a:prstGeom prst="rect">
            <a:avLst/>
          </a:prstGeom>
          <a:noFill/>
          <a:ln w="0">
            <a:noFill/>
          </a:ln>
        </p:spPr>
        <p:txBody>
          <a:bodyPr lIns="91440" tIns="45720" rIns="91440" bIns="45720" anchor="ctr">
            <a:noAutofit/>
          </a:bodyPr>
          <a:lstStyle>
            <a:lvl1pPr indent="0" algn="ctr" defTabSz="457200">
              <a:lnSpc>
                <a:spcPct val="100000"/>
              </a:lnSpc>
              <a:spcBef>
                <a:spcPts val="159"/>
              </a:spcBef>
              <a:buNone/>
              <a:defRPr lang="en-US" sz="800" b="0" u="none" strike="noStrike">
                <a:solidFill>
                  <a:schemeClr val="dk1">
                    <a:lumMod val="50000"/>
                    <a:lumOff val="50000"/>
                  </a:schemeClr>
                </a:solidFill>
                <a:effectLst/>
                <a:uFillTx/>
                <a:latin typeface="Arial"/>
              </a:defRPr>
            </a:lvl1pPr>
          </a:lstStyle>
          <a:p>
            <a:pPr indent="0" algn="ctr" defTabSz="457200">
              <a:lnSpc>
                <a:spcPct val="100000"/>
              </a:lnSpc>
              <a:spcBef>
                <a:spcPts val="159"/>
              </a:spcBef>
              <a:buNone/>
            </a:pPr>
            <a:r>
              <a:rPr lang="en-US" sz="800" b="0" u="none" strike="noStrike">
                <a:solidFill>
                  <a:schemeClr val="dk1">
                    <a:lumMod val="50000"/>
                    <a:lumOff val="50000"/>
                  </a:schemeClr>
                </a:solidFill>
                <a:effectLst/>
                <a:uFillTx/>
                <a:latin typeface="Arial"/>
              </a:rPr>
              <a:t>&lt;footer&gt;</a:t>
            </a:r>
            <a:endParaRPr lang="en-US" sz="8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_Title Slide NO Cover">
    <p:bg>
      <p:bgPr>
        <a:solidFill>
          <a:srgbClr val="FFFFFF"/>
        </a:solidFill>
      </p:bgPr>
    </p:bg>
    <p:spTree>
      <p:nvGrpSpPr>
        <p:cNvPr id="1" name=""/>
        <p:cNvGrpSpPr/>
        <p:nvPr/>
      </p:nvGrpSpPr>
      <p:grpSpPr>
        <a:xfrm>
          <a:off x="0" y="0"/>
          <a:ext cx="0" cy="0"/>
          <a:chOff x="0" y="0"/>
          <a:chExt cx="0" cy="0"/>
        </a:xfrm>
      </p:grpSpPr>
      <p:pic>
        <p:nvPicPr>
          <p:cNvPr id="36" name="MGH logo" descr="McGraw-Hill Education Logo"/>
          <p:cNvPicPr/>
          <p:nvPr/>
        </p:nvPicPr>
        <p:blipFill>
          <a:blip r:embed="rId2"/>
          <a:stretch/>
        </p:blipFill>
        <p:spPr>
          <a:xfrm>
            <a:off x="294120" y="283680"/>
            <a:ext cx="999000" cy="999000"/>
          </a:xfrm>
          <a:prstGeom prst="rect">
            <a:avLst/>
          </a:prstGeom>
          <a:noFill/>
          <a:ln w="0">
            <a:noFill/>
          </a:ln>
        </p:spPr>
      </p:pic>
      <p:sp>
        <p:nvSpPr>
          <p:cNvPr id="37" name="MGH Tagline"/>
          <p:cNvSpPr/>
          <p:nvPr/>
        </p:nvSpPr>
        <p:spPr>
          <a:xfrm>
            <a:off x="5060160" y="337320"/>
            <a:ext cx="3873600" cy="338040"/>
          </a:xfrm>
          <a:prstGeom prst="rect">
            <a:avLst/>
          </a:prstGeom>
          <a:noFill/>
          <a:ln w="0">
            <a:noFill/>
          </a:ln>
        </p:spPr>
        <p:style>
          <a:lnRef idx="0"/>
          <a:fillRef idx="0"/>
          <a:effectRef idx="0"/>
          <a:fontRef idx="minor"/>
        </p:style>
        <p:txBody>
          <a:bodyPr lIns="45720" tIns="45000" rIns="45720" bIns="45000" anchor="t">
            <a:spAutoFit/>
          </a:bodyPr>
          <a:p>
            <a:pPr defTabSz="914400">
              <a:lnSpc>
                <a:spcPct val="100000"/>
              </a:lnSpc>
              <a:tabLst>
                <a:tab pos="0" algn="l"/>
              </a:tabLst>
            </a:pPr>
            <a:r>
              <a:rPr lang="en-US" sz="1600" b="0" u="none" spc="40" strike="noStrike">
                <a:solidFill>
                  <a:schemeClr val="dk1"/>
                </a:solidFill>
                <a:effectLst/>
                <a:uFillTx/>
                <a:latin typeface="Arial"/>
                <a:ea typeface="Calibri"/>
              </a:rPr>
              <a:t>Because learning changes everything.</a:t>
            </a:r>
            <a:r>
              <a:rPr lang="en-US" sz="1050" b="0" u="none" spc="40" strike="noStrike" baseline="60000">
                <a:solidFill>
                  <a:schemeClr val="dk1"/>
                </a:solidFill>
                <a:effectLst/>
                <a:uFillTx/>
                <a:latin typeface="Arial"/>
                <a:ea typeface="Calibri"/>
              </a:rPr>
              <a:t>®</a:t>
            </a:r>
            <a:endParaRPr lang="en-US" sz="1050" b="0" u="none" strike="noStrike">
              <a:solidFill>
                <a:srgbClr val="000000"/>
              </a:solidFill>
              <a:effectLst/>
              <a:uFillTx/>
              <a:latin typeface="Arial"/>
            </a:endParaRPr>
          </a:p>
        </p:txBody>
      </p:sp>
      <p:sp>
        <p:nvSpPr>
          <p:cNvPr id="38" name="MGH Yellow Line">
            <a:extLst>
              <a:ext uri="{C183D7F6-B498-43B3-948B-1728B52AA6E4}">
                <adec:decorative xmlns:adec="http://schemas.microsoft.com/office/drawing/2017/decorative" val="1"/>
              </a:ext>
            </a:extLst>
          </p:cNvPr>
          <p:cNvSpPr/>
          <p:nvPr/>
        </p:nvSpPr>
        <p:spPr>
          <a:xfrm>
            <a:off x="0" y="6432480"/>
            <a:ext cx="9143640" cy="543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9720" rIns="90000" bIns="9720" anchor="ctr">
            <a:noAutofit/>
          </a:bodyPr>
          <a:p>
            <a:endParaRPr lang="en-US" sz="1800" b="0" u="none" strike="noStrike">
              <a:solidFill>
                <a:schemeClr val="lt1"/>
              </a:solidFill>
              <a:effectLst/>
              <a:uFillTx/>
              <a:latin typeface="Arial"/>
            </a:endParaRPr>
          </a:p>
        </p:txBody>
      </p:sp>
      <p:grpSp>
        <p:nvGrpSpPr>
          <p:cNvPr id="39" name="MHE altered Background, fixed">
            <a:extLst>
              <a:ext uri="{C183D7F6-B498-43B3-948B-1728B52AA6E4}">
                <adec:decorative xmlns:adec="http://schemas.microsoft.com/office/drawing/2017/decorative" val="1"/>
              </a:ext>
            </a:extLst>
          </p:cNvPr>
          <p:cNvGrpSpPr/>
          <p:nvPr/>
        </p:nvGrpSpPr>
        <p:grpSpPr>
          <a:xfrm>
            <a:off x="0" y="1446480"/>
            <a:ext cx="9143640" cy="4990680"/>
            <a:chOff x="0" y="1446480"/>
            <a:chExt cx="9143640" cy="4990680"/>
          </a:xfrm>
        </p:grpSpPr>
        <p:sp>
          <p:nvSpPr>
            <p:cNvPr id="40" name="Rectangle 11"/>
            <p:cNvSpPr/>
            <p:nvPr/>
          </p:nvSpPr>
          <p:spPr>
            <a:xfrm>
              <a:off x="0" y="1446480"/>
              <a:ext cx="9143640" cy="499068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41" name="Rectangle 12"/>
            <p:cNvSpPr/>
            <p:nvPr/>
          </p:nvSpPr>
          <p:spPr>
            <a:xfrm>
              <a:off x="190440" y="1941840"/>
              <a:ext cx="8496000" cy="426672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grpSp>
      <p:sp>
        <p:nvSpPr>
          <p:cNvPr id="42" name="PlaceHolder 1"/>
          <p:cNvSpPr>
            <a:spLocks noGrp="1"/>
          </p:cNvSpPr>
          <p:nvPr>
            <p:ph type="title"/>
          </p:nvPr>
        </p:nvSpPr>
        <p:spPr>
          <a:xfrm>
            <a:off x="567360" y="2593440"/>
            <a:ext cx="6979680" cy="1130040"/>
          </a:xfrm>
          <a:prstGeom prst="rect">
            <a:avLst/>
          </a:prstGeom>
          <a:noFill/>
          <a:ln w="0">
            <a:noFill/>
          </a:ln>
        </p:spPr>
        <p:txBody>
          <a:bodyPr lIns="90000" tIns="45000" rIns="90000" bIns="45000" anchor="t">
            <a:noAutofit/>
          </a:bodyPr>
          <a:lstStyle>
            <a:lvl1pPr indent="0" algn="l" defTabSz="914400">
              <a:lnSpc>
                <a:spcPct val="100000"/>
              </a:lnSpc>
              <a:buNone/>
              <a:defRPr lang="en-US" sz="2600" b="1" u="none" strike="noStrike">
                <a:solidFill>
                  <a:schemeClr val="lt1"/>
                </a:solidFill>
                <a:effectLst/>
                <a:uFillTx/>
                <a:latin typeface="Arial"/>
              </a:defRPr>
            </a:lvl1pPr>
          </a:lstStyle>
          <a:p>
            <a:pPr indent="0" algn="l" defTabSz="914400">
              <a:lnSpc>
                <a:spcPct val="100000"/>
              </a:lnSpc>
              <a:buNone/>
            </a:pPr>
            <a:r>
              <a:rPr lang="en-US" sz="2600" b="1" u="none" strike="noStrike">
                <a:solidFill>
                  <a:schemeClr val="lt1"/>
                </a:solidFill>
                <a:effectLst/>
                <a:uFillTx/>
                <a:latin typeface="Arial"/>
              </a:rPr>
              <a:t>Click to edit Master title style</a:t>
            </a:r>
            <a:endParaRPr lang="en-US" sz="2600" b="1" u="none" strike="noStrike">
              <a:solidFill>
                <a:schemeClr val="lt1"/>
              </a:solidFill>
              <a:effectLst/>
              <a:uFillTx/>
              <a:latin typeface="Arial"/>
            </a:endParaRPr>
          </a:p>
        </p:txBody>
      </p:sp>
      <p:cxnSp>
        <p:nvCxnSpPr>
          <p:cNvPr id="43" name="MHE line separating subtitles from text">
            <a:extLst>
              <a:ext uri="{C183D7F6-B498-43B3-948B-1728B52AA6E4}">
                <adec:decorative xmlns:adec="http://schemas.microsoft.com/office/drawing/2017/decorative" val="1"/>
              </a:ext>
            </a:extLst>
          </p:cNvPr>
          <p:cNvCxnSpPr/>
          <p:nvPr/>
        </p:nvCxnSpPr>
        <p:spPr>
          <a:xfrm>
            <a:off x="702000" y="4664880"/>
            <a:ext cx="3575160" cy="360"/>
          </a:xfrm>
          <a:prstGeom prst="straightConnector1">
            <a:avLst/>
          </a:prstGeom>
          <a:ln w="12700">
            <a:solidFill>
              <a:srgbClr val="FFB600"/>
            </a:solidFill>
          </a:ln>
        </p:spPr>
      </p:cxnSp>
      <p:sp>
        <p:nvSpPr>
          <p:cNvPr id="44" name="PlaceHolder 2"/>
          <p:cNvSpPr>
            <a:spLocks noGrp="1"/>
          </p:cNvSpPr>
          <p:nvPr>
            <p:ph type="body"/>
          </p:nvPr>
        </p:nvSpPr>
        <p:spPr>
          <a:xfrm>
            <a:off x="567360" y="4770720"/>
            <a:ext cx="4443120" cy="57600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600" b="0" u="none" strike="noStrike">
                <a:solidFill>
                  <a:schemeClr val="lt1"/>
                </a:solidFill>
                <a:effectLst/>
                <a:uFillTx/>
                <a:latin typeface="Arial"/>
              </a:defRPr>
            </a:lvl1pPr>
          </a:lstStyle>
          <a:p>
            <a:pPr indent="0" algn="l" defTabSz="914400">
              <a:lnSpc>
                <a:spcPct val="100000"/>
              </a:lnSpc>
              <a:buNone/>
              <a:tabLst>
                <a:tab pos="0" algn="l"/>
              </a:tabLst>
            </a:pPr>
            <a:r>
              <a:rPr lang="en-US" sz="1600" b="0" u="none" strike="noStrike">
                <a:solidFill>
                  <a:schemeClr val="lt1"/>
                </a:solidFill>
                <a:effectLst/>
                <a:uFillTx/>
                <a:latin typeface="Arial"/>
              </a:rPr>
              <a:t>Edit Master text styles</a:t>
            </a:r>
            <a:endParaRPr lang="en-US" sz="1600" b="0" u="none" strike="noStrike">
              <a:solidFill>
                <a:schemeClr val="lt1"/>
              </a:solidFill>
              <a:effectLst/>
              <a:uFillTx/>
              <a:latin typeface="Arial"/>
            </a:endParaRPr>
          </a:p>
        </p:txBody>
      </p:sp>
      <p:sp>
        <p:nvSpPr>
          <p:cNvPr id="45" name="PlaceHolder 3"/>
          <p:cNvSpPr>
            <a:spLocks noGrp="1"/>
          </p:cNvSpPr>
          <p:nvPr>
            <p:ph type="ftr" idx="4"/>
          </p:nvPr>
        </p:nvSpPr>
        <p:spPr>
          <a:xfrm>
            <a:off x="0" y="6487200"/>
            <a:ext cx="9143640" cy="370440"/>
          </a:xfrm>
          <a:prstGeom prst="rect">
            <a:avLst/>
          </a:prstGeom>
          <a:noFill/>
          <a:ln w="0">
            <a:noFill/>
          </a:ln>
        </p:spPr>
        <p:txBody>
          <a:bodyPr lIns="91440" tIns="45720" rIns="91440" bIns="45720" anchor="ctr">
            <a:noAutofit/>
          </a:bodyPr>
          <a:lstStyle>
            <a:lvl1pPr indent="0" algn="ctr" defTabSz="457200">
              <a:lnSpc>
                <a:spcPct val="100000"/>
              </a:lnSpc>
              <a:spcBef>
                <a:spcPts val="159"/>
              </a:spcBef>
              <a:buNone/>
              <a:defRPr lang="en-US" sz="800" b="0" u="none" strike="noStrike">
                <a:solidFill>
                  <a:schemeClr val="dk1">
                    <a:lumMod val="50000"/>
                    <a:lumOff val="50000"/>
                  </a:schemeClr>
                </a:solidFill>
                <a:effectLst/>
                <a:uFillTx/>
                <a:latin typeface="Arial"/>
              </a:defRPr>
            </a:lvl1pPr>
          </a:lstStyle>
          <a:p>
            <a:pPr indent="0" algn="ctr" defTabSz="457200">
              <a:lnSpc>
                <a:spcPct val="100000"/>
              </a:lnSpc>
              <a:spcBef>
                <a:spcPts val="159"/>
              </a:spcBef>
              <a:buNone/>
            </a:pPr>
            <a:r>
              <a:rPr lang="en-US" sz="800" b="0" u="none" strike="noStrike">
                <a:solidFill>
                  <a:schemeClr val="dk1">
                    <a:lumMod val="50000"/>
                    <a:lumOff val="50000"/>
                  </a:schemeClr>
                </a:solidFill>
                <a:effectLst/>
                <a:uFillTx/>
                <a:latin typeface="Arial"/>
              </a:rPr>
              <a:t>&lt;footer&gt;</a:t>
            </a:r>
            <a:endParaRPr lang="en-US" sz="8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 Main Placeholder">
    <p:bg>
      <p:bgPr>
        <a:solidFill>
          <a:srgbClr val="FFFFFF"/>
        </a:solidFill>
      </p:bgPr>
    </p:bg>
    <p:spTree>
      <p:nvGrpSpPr>
        <p:cNvPr id="1" name=""/>
        <p:cNvGrpSpPr/>
        <p:nvPr/>
      </p:nvGrpSpPr>
      <p:grpSpPr>
        <a:xfrm>
          <a:off x="0" y="0"/>
          <a:ext cx="0" cy="0"/>
          <a:chOff x="0" y="0"/>
          <a:chExt cx="0" cy="0"/>
        </a:xfrm>
      </p:grpSpPr>
      <p:sp>
        <p:nvSpPr>
          <p:cNvPr id="46" name="MGH Yellow Line">
            <a:extLst>
              <a:ext uri="{C183D7F6-B498-43B3-948B-1728B52AA6E4}">
                <adec:decorative xmlns:adec="http://schemas.microsoft.com/office/drawing/2017/decorative" val="1"/>
              </a:ext>
            </a:extLst>
          </p:cNvPr>
          <p:cNvSpPr/>
          <p:nvPr/>
        </p:nvSpPr>
        <p:spPr>
          <a:xfrm>
            <a:off x="0" y="6622200"/>
            <a:ext cx="9143640" cy="543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9720" rIns="90000" bIns="9720" anchor="ctr">
            <a:noAutofit/>
          </a:bodyPr>
          <a:p>
            <a:endParaRPr lang="en-US" sz="1800" b="0" u="none" strike="noStrike">
              <a:solidFill>
                <a:schemeClr val="lt1"/>
              </a:solidFill>
              <a:effectLst/>
              <a:uFillTx/>
              <a:latin typeface="Times New Roman"/>
            </a:endParaRPr>
          </a:p>
        </p:txBody>
      </p:sp>
      <p:sp>
        <p:nvSpPr>
          <p:cNvPr id="47" name="Short Copyright"/>
          <p:cNvSpPr/>
          <p:nvPr/>
        </p:nvSpPr>
        <p:spPr>
          <a:xfrm>
            <a:off x="215640" y="6664320"/>
            <a:ext cx="1233360" cy="214920"/>
          </a:xfrm>
          <a:prstGeom prst="rect">
            <a:avLst/>
          </a:prstGeom>
          <a:noFill/>
          <a:ln w="0">
            <a:noFill/>
          </a:ln>
        </p:spPr>
        <p:style>
          <a:lnRef idx="0"/>
          <a:fillRef idx="0"/>
          <a:effectRef idx="0"/>
          <a:fontRef idx="minor"/>
        </p:style>
        <p:txBody>
          <a:bodyPr lIns="45720" tIns="45000" rIns="45720" bIns="45000" anchor="ctr">
            <a:spAutoFit/>
          </a:bodyPr>
          <a:p>
            <a:pPr defTabSz="914400">
              <a:lnSpc>
                <a:spcPct val="100000"/>
              </a:lnSpc>
            </a:pPr>
            <a:r>
              <a:rPr lang="en-US" sz="800" b="0" u="none" strike="noStrike">
                <a:solidFill>
                  <a:schemeClr val="dk1">
                    <a:lumMod val="65000"/>
                    <a:lumOff val="35000"/>
                  </a:schemeClr>
                </a:solidFill>
                <a:effectLst/>
                <a:uFillTx/>
                <a:latin typeface="Times New Roman"/>
              </a:rPr>
              <a:t>© McGraw Hill</a:t>
            </a:r>
            <a:endParaRPr lang="en-US" sz="800" b="0" u="none" strike="noStrike">
              <a:solidFill>
                <a:srgbClr val="000000"/>
              </a:solidFill>
              <a:effectLst/>
              <a:uFillTx/>
              <a:latin typeface="Arial"/>
            </a:endParaRPr>
          </a:p>
        </p:txBody>
      </p:sp>
      <p:sp>
        <p:nvSpPr>
          <p:cNvPr id="48" name="PlaceHolder 1"/>
          <p:cNvSpPr>
            <a:spLocks noGrp="1"/>
          </p:cNvSpPr>
          <p:nvPr>
            <p:ph type="title" hasCustomPrompt="1"/>
          </p:nvPr>
        </p:nvSpPr>
        <p:spPr>
          <a:xfrm>
            <a:off x="343080" y="304920"/>
            <a:ext cx="8457840" cy="678240"/>
          </a:xfrm>
          <a:prstGeom prst="rect">
            <a:avLst/>
          </a:prstGeom>
          <a:noFill/>
          <a:ln w="0">
            <a:noFill/>
          </a:ln>
        </p:spPr>
        <p:txBody>
          <a:bodyPr lIns="91440" tIns="45720" rIns="91440" bIns="45720" anchor="ctr">
            <a:normAutofit/>
          </a:bodyPr>
          <a:lstStyle>
            <a:lvl1pPr indent="0" algn="l" defTabSz="914400">
              <a:lnSpc>
                <a:spcPct val="90000"/>
              </a:lnSpc>
              <a:buNone/>
              <a:defRPr lang="en-US" sz="4000" b="1" u="none" strike="noStrike">
                <a:solidFill>
                  <a:schemeClr val="dk2"/>
                </a:solidFill>
                <a:effectLst/>
                <a:uFillTx/>
                <a:latin typeface="Times New Roman"/>
              </a:defRPr>
            </a:lvl1pPr>
          </a:lstStyle>
          <a:p>
            <a:pPr indent="0" algn="l" defTabSz="914400">
              <a:lnSpc>
                <a:spcPct val="90000"/>
              </a:lnSpc>
              <a:buNone/>
            </a:pPr>
            <a:r>
              <a:rPr lang="en-US" sz="4000" b="1" u="none" strike="noStrike">
                <a:solidFill>
                  <a:schemeClr val="dk2"/>
                </a:solidFill>
                <a:effectLst/>
                <a:uFillTx/>
                <a:latin typeface="Times New Roman"/>
              </a:rPr>
              <a:t>Slide Title</a:t>
            </a:r>
            <a:endParaRPr lang="en-US" sz="4000" b="1" u="none" strike="noStrike">
              <a:solidFill>
                <a:schemeClr val="dk2"/>
              </a:solidFill>
              <a:effectLst/>
              <a:uFillTx/>
              <a:latin typeface="Times New Roman"/>
            </a:endParaRPr>
          </a:p>
        </p:txBody>
      </p:sp>
      <p:sp>
        <p:nvSpPr>
          <p:cNvPr id="49" name="PlaceHolder 2"/>
          <p:cNvSpPr>
            <a:spLocks noGrp="1"/>
          </p:cNvSpPr>
          <p:nvPr>
            <p:ph type="body" hasCustomPrompt="1"/>
          </p:nvPr>
        </p:nvSpPr>
        <p:spPr>
          <a:xfrm>
            <a:off x="343080" y="1276560"/>
            <a:ext cx="8457840" cy="4971240"/>
          </a:xfrm>
          <a:prstGeom prst="rect">
            <a:avLst/>
          </a:prstGeom>
          <a:noFill/>
          <a:ln w="0">
            <a:noFill/>
          </a:ln>
        </p:spPr>
        <p:txBody>
          <a:bodyPr lIns="91440" tIns="45720" rIns="91440" bIns="45720" anchor="t">
            <a:noAutofit/>
          </a:bodyPr>
          <a:lstStyle>
            <a:lvl1pPr indent="0" algn="l" defTabSz="914400">
              <a:lnSpc>
                <a:spcPct val="100000"/>
              </a:lnSpc>
              <a:spcAft>
                <a:spcPts val="799"/>
              </a:spcAft>
              <a:buNone/>
              <a:tabLst>
                <a:tab pos="0" algn="l"/>
              </a:tabLst>
              <a:defRPr lang="en-US" sz="2000" b="0" u="none" strike="noStrike">
                <a:solidFill>
                  <a:schemeClr val="dk2"/>
                </a:solidFill>
                <a:effectLst/>
                <a:uFillTx/>
                <a:latin typeface="Times New Roman"/>
              </a:defRPr>
            </a:lvl1pPr>
            <a:lvl2pPr lvl="1" algn="l" defTabSz="914400">
              <a:lnSpc>
                <a:spcPct val="100000"/>
              </a:lnSpc>
              <a:spcBef>
                <a:spcPts val="799"/>
              </a:spcBef>
              <a:spcAft>
                <a:spcPts val="799"/>
              </a:spcAft>
              <a:buClr>
                <a:srgbClr val="000000"/>
              </a:buClr>
              <a:buFont typeface="Arial"/>
              <a:buChar char="•"/>
              <a:tabLst>
                <a:tab pos="0" algn="l"/>
              </a:tabLst>
              <a:defRPr lang="en-US" sz="2000" b="0" u="none" strike="noStrike">
                <a:solidFill>
                  <a:schemeClr val="dk2"/>
                </a:solidFill>
                <a:effectLst/>
                <a:uFillTx/>
                <a:latin typeface="Times New Roman"/>
              </a:defRPr>
            </a:lvl2pPr>
            <a:lvl3pPr lvl="2" algn="l" defTabSz="914400">
              <a:lnSpc>
                <a:spcPct val="100000"/>
              </a:lnSpc>
              <a:spcBef>
                <a:spcPts val="799"/>
              </a:spcBef>
              <a:spcAft>
                <a:spcPts val="799"/>
              </a:spcAft>
              <a:buClr>
                <a:srgbClr val="000000"/>
              </a:buClr>
              <a:buFont typeface="Arial"/>
              <a:buChar char="•"/>
              <a:tabLst>
                <a:tab pos="0" algn="l"/>
              </a:tabLst>
              <a:defRPr lang="en-US" sz="1800" b="0" u="none" strike="noStrike">
                <a:solidFill>
                  <a:schemeClr val="dk2"/>
                </a:solidFill>
                <a:effectLst/>
                <a:uFillTx/>
                <a:latin typeface="Times New Roman"/>
              </a:defRPr>
            </a:lvl3pPr>
          </a:lstStyle>
          <a:p>
            <a:pPr indent="0" algn="l" defTabSz="914400">
              <a:lnSpc>
                <a:spcPct val="100000"/>
              </a:lnSpc>
              <a:spcAft>
                <a:spcPts val="799"/>
              </a:spcAft>
              <a:buNone/>
              <a:tabLst>
                <a:tab pos="0" algn="l"/>
              </a:tabLst>
            </a:pPr>
            <a:r>
              <a:rPr lang="en-US" sz="2000" b="0" u="none" strike="noStrike">
                <a:solidFill>
                  <a:schemeClr val="dk2"/>
                </a:solidFill>
                <a:effectLst/>
                <a:uFillTx/>
                <a:latin typeface="Times New Roman"/>
              </a:rPr>
              <a:t>Slide Content</a:t>
            </a:r>
            <a:endParaRPr lang="en-US" sz="2000" b="0" u="none" strike="noStrike">
              <a:solidFill>
                <a:schemeClr val="dk1">
                  <a:lumMod val="65000"/>
                  <a:lumOff val="35000"/>
                </a:schemeClr>
              </a:solidFill>
              <a:effectLst/>
              <a:uFillTx/>
              <a:latin typeface="Times New Roman"/>
            </a:endParaRPr>
          </a:p>
          <a:p>
            <a:pPr marL="344520" lvl="1" indent="-343080" algn="l" defTabSz="914400">
              <a:lnSpc>
                <a:spcPct val="100000"/>
              </a:lnSpc>
              <a:spcBef>
                <a:spcPts val="799"/>
              </a:spcBef>
              <a:spcAft>
                <a:spcPts val="799"/>
              </a:spcAft>
              <a:buClr>
                <a:srgbClr val="000000"/>
              </a:buClr>
              <a:buFont typeface="Arial"/>
              <a:buChar char="•"/>
              <a:tabLst>
                <a:tab pos="0" algn="l"/>
              </a:tabLst>
            </a:pPr>
            <a:r>
              <a:rPr lang="en-US" sz="2000" b="0" u="none" strike="noStrike">
                <a:solidFill>
                  <a:schemeClr val="dk2"/>
                </a:solidFill>
                <a:effectLst/>
                <a:uFillTx/>
                <a:latin typeface="Times New Roman"/>
              </a:rPr>
              <a:t>Second level</a:t>
            </a:r>
            <a:endParaRPr lang="en-US" sz="2000" b="0" u="none" strike="noStrike">
              <a:solidFill>
                <a:schemeClr val="dk2"/>
              </a:solidFill>
              <a:effectLst/>
              <a:uFillTx/>
              <a:latin typeface="Times New Roman"/>
            </a:endParaRPr>
          </a:p>
          <a:p>
            <a:pPr marL="517680" lvl="2" indent="-285840" algn="l" defTabSz="914400">
              <a:lnSpc>
                <a:spcPct val="100000"/>
              </a:lnSpc>
              <a:spcBef>
                <a:spcPts val="799"/>
              </a:spcBef>
              <a:spcAft>
                <a:spcPts val="799"/>
              </a:spcAft>
              <a:buClr>
                <a:srgbClr val="000000"/>
              </a:buClr>
              <a:buFont typeface="Arial"/>
              <a:buChar char="•"/>
              <a:tabLst>
                <a:tab pos="0" algn="l"/>
              </a:tabLst>
            </a:pPr>
            <a:r>
              <a:rPr lang="en-US" sz="1800" b="0" u="none" strike="noStrike">
                <a:solidFill>
                  <a:schemeClr val="dk2"/>
                </a:solidFill>
                <a:effectLst/>
                <a:uFillTx/>
                <a:latin typeface="Times New Roman"/>
              </a:rPr>
              <a:t>Third level</a:t>
            </a:r>
            <a:endParaRPr lang="en-US" sz="1800" b="0" u="none" strike="noStrike">
              <a:solidFill>
                <a:schemeClr val="dk2"/>
              </a:solidFill>
              <a:effectLst/>
              <a:uFillTx/>
              <a:latin typeface="Times New Roman"/>
            </a:endParaRPr>
          </a:p>
        </p:txBody>
      </p:sp>
      <p:sp>
        <p:nvSpPr>
          <p:cNvPr id="50" name="PlaceHolder 3"/>
          <p:cNvSpPr>
            <a:spLocks noGrp="1"/>
          </p:cNvSpPr>
          <p:nvPr>
            <p:ph type="body" hasCustomPrompt="1"/>
          </p:nvPr>
        </p:nvSpPr>
        <p:spPr>
          <a:xfrm>
            <a:off x="3369240" y="6324480"/>
            <a:ext cx="2404800" cy="190080"/>
          </a:xfrm>
          <a:prstGeom prst="rect">
            <a:avLst/>
          </a:prstGeom>
          <a:noFill/>
          <a:ln w="0">
            <a:noFill/>
          </a:ln>
        </p:spPr>
        <p:txBody>
          <a:bodyPr lIns="91440" tIns="45720" rIns="91440" bIns="45720" anchor="b">
            <a:noAutofit/>
          </a:bodyPr>
          <a:lstStyle>
            <a:lvl1pPr indent="0" algn="ctr" defTabSz="914400">
              <a:lnSpc>
                <a:spcPct val="100000"/>
              </a:lnSpc>
              <a:spcAft>
                <a:spcPts val="799"/>
              </a:spcAft>
              <a:buNone/>
              <a:tabLst>
                <a:tab pos="0" algn="l"/>
              </a:tabLst>
              <a:defRPr lang="en-US" sz="900" b="0" u="none" strike="noStrike">
                <a:solidFill>
                  <a:schemeClr val="dk2"/>
                </a:solidFill>
                <a:effectLst/>
                <a:uFillTx/>
                <a:latin typeface="Times New Roman"/>
              </a:defRPr>
            </a:lvl1pPr>
          </a:lstStyle>
          <a:p>
            <a:pPr indent="0" algn="ctr" defTabSz="914400">
              <a:lnSpc>
                <a:spcPct val="100000"/>
              </a:lnSpc>
              <a:spcAft>
                <a:spcPts val="799"/>
              </a:spcAft>
              <a:buNone/>
              <a:tabLst>
                <a:tab pos="0" algn="l"/>
              </a:tabLst>
            </a:pPr>
            <a:r>
              <a:rPr lang="en-US" sz="900" b="0" u="none" strike="noStrike">
                <a:solidFill>
                  <a:schemeClr val="dk2"/>
                </a:solidFill>
                <a:effectLst/>
                <a:uFillTx/>
                <a:latin typeface="Times New Roman"/>
              </a:rPr>
              <a:t>Add text alternative link, if needed.</a:t>
            </a:r>
            <a:endParaRPr lang="en-US" sz="900" b="0" u="none" strike="noStrike">
              <a:solidFill>
                <a:schemeClr val="dk1">
                  <a:lumMod val="65000"/>
                  <a:lumOff val="35000"/>
                </a:schemeClr>
              </a:solidFill>
              <a:effectLst/>
              <a:uFillTx/>
              <a:latin typeface="Times New Roman"/>
            </a:endParaRPr>
          </a:p>
        </p:txBody>
      </p:sp>
      <p:sp>
        <p:nvSpPr>
          <p:cNvPr id="51" name="PlaceHolder 4"/>
          <p:cNvSpPr>
            <a:spLocks noGrp="1"/>
          </p:cNvSpPr>
          <p:nvPr>
            <p:ph type="body" hasCustomPrompt="1"/>
          </p:nvPr>
        </p:nvSpPr>
        <p:spPr>
          <a:xfrm>
            <a:off x="1562040" y="6684840"/>
            <a:ext cx="6972120" cy="172800"/>
          </a:xfrm>
          <a:prstGeom prst="rect">
            <a:avLst/>
          </a:prstGeom>
          <a:noFill/>
          <a:ln w="0">
            <a:noFill/>
          </a:ln>
        </p:spPr>
        <p:txBody>
          <a:bodyPr lIns="91440" tIns="45720" rIns="91440" bIns="45720" anchor="ctr">
            <a:noAutofit/>
          </a:bodyPr>
          <a:lstStyle>
            <a:lvl1pPr indent="0" algn="r" defTabSz="914400">
              <a:lnSpc>
                <a:spcPct val="100000"/>
              </a:lnSpc>
              <a:spcAft>
                <a:spcPts val="799"/>
              </a:spcAft>
              <a:buNone/>
              <a:tabLst>
                <a:tab pos="0" algn="l"/>
              </a:tabLst>
              <a:defRPr lang="en-US" sz="800" b="0" u="none" strike="noStrike">
                <a:solidFill>
                  <a:schemeClr val="dk1">
                    <a:lumMod val="65000"/>
                    <a:lumOff val="35000"/>
                  </a:schemeClr>
                </a:solidFill>
                <a:effectLst/>
                <a:uFillTx/>
                <a:latin typeface="Times New Roman"/>
              </a:defRPr>
            </a:lvl1pPr>
          </a:lstStyle>
          <a:p>
            <a:pPr indent="0" algn="r" defTabSz="914400">
              <a:lnSpc>
                <a:spcPct val="100000"/>
              </a:lnSpc>
              <a:spcAft>
                <a:spcPts val="799"/>
              </a:spcAft>
              <a:buNone/>
              <a:tabLst>
                <a:tab pos="0" algn="l"/>
              </a:tabLst>
            </a:pPr>
            <a:r>
              <a:rPr lang="en-US" sz="800" b="0" u="none" strike="noStrike">
                <a:solidFill>
                  <a:schemeClr val="dk1">
                    <a:lumMod val="65000"/>
                    <a:lumOff val="35000"/>
                  </a:schemeClr>
                </a:solidFill>
                <a:effectLst/>
                <a:uFillTx/>
                <a:latin typeface="Times New Roman"/>
              </a:rPr>
              <a:t>Insert Image Credit Here</a:t>
            </a:r>
            <a:endParaRPr lang="en-US" sz="800" b="0" u="none" strike="noStrike">
              <a:solidFill>
                <a:schemeClr val="dk1">
                  <a:lumMod val="65000"/>
                  <a:lumOff val="35000"/>
                </a:schemeClr>
              </a:solidFill>
              <a:effectLst/>
              <a:uFillTx/>
              <a:latin typeface="Times New Roman"/>
            </a:endParaRPr>
          </a:p>
        </p:txBody>
      </p:sp>
      <p:sp>
        <p:nvSpPr>
          <p:cNvPr id="52" name="PlaceHolder 5"/>
          <p:cNvSpPr>
            <a:spLocks noGrp="1"/>
          </p:cNvSpPr>
          <p:nvPr>
            <p:ph type="sldNum" idx="5"/>
          </p:nvPr>
        </p:nvSpPr>
        <p:spPr>
          <a:xfrm>
            <a:off x="8626320" y="6673680"/>
            <a:ext cx="355320" cy="160920"/>
          </a:xfrm>
          <a:prstGeom prst="rect">
            <a:avLst/>
          </a:prstGeom>
          <a:noFill/>
          <a:ln w="0">
            <a:noFill/>
          </a:ln>
        </p:spPr>
        <p:txBody>
          <a:bodyPr lIns="45720" tIns="45720" rIns="45720" bIns="45720" anchor="ctr">
            <a:noAutofit/>
          </a:bodyPr>
          <a:lstStyle>
            <a:lvl1pPr indent="0" algn="r" defTabSz="914400">
              <a:lnSpc>
                <a:spcPct val="100000"/>
              </a:lnSpc>
              <a:buNone/>
              <a:defRPr lang="en-US" sz="800" b="0" u="none" strike="noStrike">
                <a:solidFill>
                  <a:schemeClr val="dk1">
                    <a:lumMod val="65000"/>
                    <a:lumOff val="35000"/>
                  </a:schemeClr>
                </a:solidFill>
                <a:effectLst/>
                <a:uFillTx/>
                <a:latin typeface="Times New Roman"/>
              </a:defRPr>
            </a:lvl1pPr>
          </a:lstStyle>
          <a:p>
            <a:pPr indent="0" algn="r" defTabSz="914400">
              <a:lnSpc>
                <a:spcPct val="100000"/>
              </a:lnSpc>
              <a:buNone/>
            </a:pPr>
            <a:fld id="{6C4AF4B4-575A-46F2-891D-4E454ADE4A25}" type="slidenum">
              <a:rPr lang="en-US" sz="800" b="0" u="none" strike="noStrike">
                <a:solidFill>
                  <a:schemeClr val="dk1">
                    <a:lumMod val="65000"/>
                    <a:lumOff val="35000"/>
                  </a:schemeClr>
                </a:solidFill>
                <a:effectLst/>
                <a:uFillTx/>
                <a:latin typeface="Times New Roman"/>
              </a:rPr>
              <a:t>&lt;number&gt;</a:t>
            </a:fld>
            <a:endParaRPr lang="en-US" sz="8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Horizontal Main Placeholders">
    <p:bg>
      <p:bgPr>
        <a:solidFill>
          <a:srgbClr val="FFFFFF"/>
        </a:solidFill>
      </p:bgPr>
    </p:bg>
    <p:spTree>
      <p:nvGrpSpPr>
        <p:cNvPr id="1" name=""/>
        <p:cNvGrpSpPr/>
        <p:nvPr/>
      </p:nvGrpSpPr>
      <p:grpSpPr>
        <a:xfrm>
          <a:off x="0" y="0"/>
          <a:ext cx="0" cy="0"/>
          <a:chOff x="0" y="0"/>
          <a:chExt cx="0" cy="0"/>
        </a:xfrm>
      </p:grpSpPr>
      <p:sp>
        <p:nvSpPr>
          <p:cNvPr id="53" name="MGH Yellow Line">
            <a:extLst>
              <a:ext uri="{C183D7F6-B498-43B3-948B-1728B52AA6E4}">
                <adec:decorative xmlns:adec="http://schemas.microsoft.com/office/drawing/2017/decorative" val="1"/>
              </a:ext>
            </a:extLst>
          </p:cNvPr>
          <p:cNvSpPr/>
          <p:nvPr/>
        </p:nvSpPr>
        <p:spPr>
          <a:xfrm>
            <a:off x="0" y="6622200"/>
            <a:ext cx="9143640" cy="543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9720" rIns="90000" bIns="9720" anchor="ctr">
            <a:noAutofit/>
          </a:bodyPr>
          <a:p>
            <a:endParaRPr lang="en-US" sz="1800" b="0" u="none" strike="noStrike">
              <a:solidFill>
                <a:schemeClr val="lt1"/>
              </a:solidFill>
              <a:effectLst/>
              <a:uFillTx/>
              <a:latin typeface="Times New Roman"/>
            </a:endParaRPr>
          </a:p>
        </p:txBody>
      </p:sp>
      <p:sp>
        <p:nvSpPr>
          <p:cNvPr id="54" name="Short Copyright"/>
          <p:cNvSpPr/>
          <p:nvPr/>
        </p:nvSpPr>
        <p:spPr>
          <a:xfrm>
            <a:off x="215640" y="6664320"/>
            <a:ext cx="1233360" cy="214920"/>
          </a:xfrm>
          <a:prstGeom prst="rect">
            <a:avLst/>
          </a:prstGeom>
          <a:noFill/>
          <a:ln w="0">
            <a:noFill/>
          </a:ln>
        </p:spPr>
        <p:style>
          <a:lnRef idx="0"/>
          <a:fillRef idx="0"/>
          <a:effectRef idx="0"/>
          <a:fontRef idx="minor"/>
        </p:style>
        <p:txBody>
          <a:bodyPr lIns="45720" tIns="45000" rIns="45720" bIns="45000" anchor="ctr">
            <a:spAutoFit/>
          </a:bodyPr>
          <a:p>
            <a:pPr defTabSz="914400">
              <a:lnSpc>
                <a:spcPct val="100000"/>
              </a:lnSpc>
            </a:pPr>
            <a:r>
              <a:rPr lang="en-US" sz="800" b="0" u="none" strike="noStrike">
                <a:solidFill>
                  <a:schemeClr val="dk1">
                    <a:lumMod val="65000"/>
                    <a:lumOff val="35000"/>
                  </a:schemeClr>
                </a:solidFill>
                <a:effectLst/>
                <a:uFillTx/>
                <a:latin typeface="Times New Roman"/>
              </a:rPr>
              <a:t>© McGraw Hill</a:t>
            </a:r>
            <a:endParaRPr lang="en-US" sz="800" b="0" u="none" strike="noStrike">
              <a:solidFill>
                <a:srgbClr val="000000"/>
              </a:solidFill>
              <a:effectLst/>
              <a:uFillTx/>
              <a:latin typeface="Arial"/>
            </a:endParaRPr>
          </a:p>
        </p:txBody>
      </p:sp>
      <p:sp>
        <p:nvSpPr>
          <p:cNvPr id="55" name="PlaceHolder 1"/>
          <p:cNvSpPr>
            <a:spLocks noGrp="1"/>
          </p:cNvSpPr>
          <p:nvPr>
            <p:ph type="title" hasCustomPrompt="1"/>
          </p:nvPr>
        </p:nvSpPr>
        <p:spPr>
          <a:xfrm>
            <a:off x="343080" y="304920"/>
            <a:ext cx="8457840" cy="678240"/>
          </a:xfrm>
          <a:prstGeom prst="rect">
            <a:avLst/>
          </a:prstGeom>
          <a:noFill/>
          <a:ln w="0">
            <a:noFill/>
          </a:ln>
        </p:spPr>
        <p:txBody>
          <a:bodyPr lIns="91440" tIns="45720" rIns="91440" bIns="45720" anchor="ctr">
            <a:normAutofit/>
          </a:bodyPr>
          <a:lstStyle>
            <a:lvl1pPr indent="0" algn="l" defTabSz="914400">
              <a:lnSpc>
                <a:spcPct val="90000"/>
              </a:lnSpc>
              <a:buNone/>
              <a:defRPr lang="en-US" sz="4000" b="1" u="none" strike="noStrike">
                <a:solidFill>
                  <a:schemeClr val="dk2"/>
                </a:solidFill>
                <a:effectLst/>
                <a:uFillTx/>
                <a:latin typeface="Times New Roman"/>
              </a:defRPr>
            </a:lvl1pPr>
          </a:lstStyle>
          <a:p>
            <a:pPr indent="0" algn="l" defTabSz="914400">
              <a:lnSpc>
                <a:spcPct val="90000"/>
              </a:lnSpc>
              <a:buNone/>
            </a:pPr>
            <a:r>
              <a:rPr lang="en-US" sz="4000" b="1" u="none" strike="noStrike">
                <a:solidFill>
                  <a:schemeClr val="dk2"/>
                </a:solidFill>
                <a:effectLst/>
                <a:uFillTx/>
                <a:latin typeface="Times New Roman"/>
              </a:rPr>
              <a:t>Slide Title</a:t>
            </a:r>
            <a:endParaRPr lang="en-US" sz="4000" b="1" u="none" strike="noStrike">
              <a:solidFill>
                <a:schemeClr val="dk2"/>
              </a:solidFill>
              <a:effectLst/>
              <a:uFillTx/>
              <a:latin typeface="Times New Roman"/>
            </a:endParaRPr>
          </a:p>
        </p:txBody>
      </p:sp>
      <p:sp>
        <p:nvSpPr>
          <p:cNvPr id="56" name="PlaceHolder 2"/>
          <p:cNvSpPr>
            <a:spLocks noGrp="1"/>
          </p:cNvSpPr>
          <p:nvPr>
            <p:ph type="body" hasCustomPrompt="1"/>
          </p:nvPr>
        </p:nvSpPr>
        <p:spPr>
          <a:xfrm>
            <a:off x="343080" y="1276560"/>
            <a:ext cx="8457840" cy="2837880"/>
          </a:xfrm>
          <a:prstGeom prst="rect">
            <a:avLst/>
          </a:prstGeom>
          <a:noFill/>
          <a:ln w="0">
            <a:noFill/>
          </a:ln>
        </p:spPr>
        <p:txBody>
          <a:bodyPr lIns="91440" tIns="45720" rIns="91440" bIns="45720" anchor="t">
            <a:noAutofit/>
          </a:bodyPr>
          <a:lstStyle>
            <a:lvl1pPr indent="0" algn="l" defTabSz="914400">
              <a:lnSpc>
                <a:spcPct val="100000"/>
              </a:lnSpc>
              <a:spcAft>
                <a:spcPts val="799"/>
              </a:spcAft>
              <a:buNone/>
              <a:tabLst>
                <a:tab pos="0" algn="l"/>
              </a:tabLst>
              <a:defRPr lang="en-US" sz="2000" b="0" u="none" strike="noStrike">
                <a:solidFill>
                  <a:schemeClr val="dk2"/>
                </a:solidFill>
                <a:effectLst/>
                <a:uFillTx/>
                <a:latin typeface="Times New Roman"/>
              </a:defRPr>
            </a:lvl1pPr>
            <a:lvl2pPr lvl="1" algn="l" defTabSz="914400">
              <a:lnSpc>
                <a:spcPct val="100000"/>
              </a:lnSpc>
              <a:spcBef>
                <a:spcPts val="799"/>
              </a:spcBef>
              <a:spcAft>
                <a:spcPts val="799"/>
              </a:spcAft>
              <a:buClr>
                <a:srgbClr val="000000"/>
              </a:buClr>
              <a:buFont typeface="Arial"/>
              <a:buChar char="•"/>
              <a:tabLst>
                <a:tab pos="0" algn="l"/>
              </a:tabLst>
              <a:defRPr lang="en-US" sz="2000" b="0" u="none" strike="noStrike">
                <a:solidFill>
                  <a:schemeClr val="dk2"/>
                </a:solidFill>
                <a:effectLst/>
                <a:uFillTx/>
                <a:latin typeface="Times New Roman"/>
              </a:defRPr>
            </a:lvl2pPr>
            <a:lvl3pPr lvl="2" algn="l" defTabSz="914400">
              <a:lnSpc>
                <a:spcPct val="100000"/>
              </a:lnSpc>
              <a:spcBef>
                <a:spcPts val="799"/>
              </a:spcBef>
              <a:spcAft>
                <a:spcPts val="799"/>
              </a:spcAft>
              <a:buClr>
                <a:srgbClr val="000000"/>
              </a:buClr>
              <a:buFont typeface="Arial"/>
              <a:buChar char="•"/>
              <a:tabLst>
                <a:tab pos="0" algn="l"/>
              </a:tabLst>
              <a:defRPr lang="en-US" sz="1800" b="0" u="none" strike="noStrike">
                <a:solidFill>
                  <a:schemeClr val="dk2"/>
                </a:solidFill>
                <a:effectLst/>
                <a:uFillTx/>
                <a:latin typeface="Times New Roman"/>
              </a:defRPr>
            </a:lvl3pPr>
          </a:lstStyle>
          <a:p>
            <a:pPr indent="0" algn="l" defTabSz="914400">
              <a:lnSpc>
                <a:spcPct val="100000"/>
              </a:lnSpc>
              <a:spcAft>
                <a:spcPts val="799"/>
              </a:spcAft>
              <a:buNone/>
              <a:tabLst>
                <a:tab pos="0" algn="l"/>
              </a:tabLst>
            </a:pPr>
            <a:r>
              <a:rPr lang="en-US" sz="2000" b="0" u="none" strike="noStrike">
                <a:solidFill>
                  <a:schemeClr val="dk2"/>
                </a:solidFill>
                <a:effectLst/>
                <a:uFillTx/>
                <a:latin typeface="Times New Roman"/>
              </a:rPr>
              <a:t>Slide Content</a:t>
            </a:r>
            <a:endParaRPr lang="en-US" sz="2000" b="0" u="none" strike="noStrike">
              <a:solidFill>
                <a:schemeClr val="dk1">
                  <a:lumMod val="65000"/>
                  <a:lumOff val="35000"/>
                </a:schemeClr>
              </a:solidFill>
              <a:effectLst/>
              <a:uFillTx/>
              <a:latin typeface="Times New Roman"/>
            </a:endParaRPr>
          </a:p>
          <a:p>
            <a:pPr marL="344520" lvl="1" indent="-343080" algn="l" defTabSz="914400">
              <a:lnSpc>
                <a:spcPct val="100000"/>
              </a:lnSpc>
              <a:spcBef>
                <a:spcPts val="799"/>
              </a:spcBef>
              <a:spcAft>
                <a:spcPts val="799"/>
              </a:spcAft>
              <a:buClr>
                <a:srgbClr val="000000"/>
              </a:buClr>
              <a:buFont typeface="Arial"/>
              <a:buChar char="•"/>
              <a:tabLst>
                <a:tab pos="0" algn="l"/>
              </a:tabLst>
            </a:pPr>
            <a:r>
              <a:rPr lang="en-US" sz="2000" b="0" u="none" strike="noStrike">
                <a:solidFill>
                  <a:schemeClr val="dk2"/>
                </a:solidFill>
                <a:effectLst/>
                <a:uFillTx/>
                <a:latin typeface="Times New Roman"/>
              </a:rPr>
              <a:t>Second level</a:t>
            </a:r>
            <a:endParaRPr lang="en-US" sz="2000" b="0" u="none" strike="noStrike">
              <a:solidFill>
                <a:schemeClr val="dk2"/>
              </a:solidFill>
              <a:effectLst/>
              <a:uFillTx/>
              <a:latin typeface="Times New Roman"/>
            </a:endParaRPr>
          </a:p>
          <a:p>
            <a:pPr marL="517680" lvl="2" indent="-285840" algn="l" defTabSz="914400">
              <a:lnSpc>
                <a:spcPct val="100000"/>
              </a:lnSpc>
              <a:spcBef>
                <a:spcPts val="799"/>
              </a:spcBef>
              <a:spcAft>
                <a:spcPts val="799"/>
              </a:spcAft>
              <a:buClr>
                <a:srgbClr val="000000"/>
              </a:buClr>
              <a:buFont typeface="Arial"/>
              <a:buChar char="•"/>
              <a:tabLst>
                <a:tab pos="0" algn="l"/>
              </a:tabLst>
            </a:pPr>
            <a:r>
              <a:rPr lang="en-US" sz="1800" b="0" u="none" strike="noStrike">
                <a:solidFill>
                  <a:schemeClr val="dk2"/>
                </a:solidFill>
                <a:effectLst/>
                <a:uFillTx/>
                <a:latin typeface="Times New Roman"/>
              </a:rPr>
              <a:t>Third level</a:t>
            </a:r>
            <a:endParaRPr lang="en-US" sz="1800" b="0" u="none" strike="noStrike">
              <a:solidFill>
                <a:schemeClr val="dk2"/>
              </a:solidFill>
              <a:effectLst/>
              <a:uFillTx/>
              <a:latin typeface="Times New Roman"/>
            </a:endParaRPr>
          </a:p>
        </p:txBody>
      </p:sp>
      <p:sp>
        <p:nvSpPr>
          <p:cNvPr id="57" name="PlaceHolder 3"/>
          <p:cNvSpPr>
            <a:spLocks noGrp="1"/>
          </p:cNvSpPr>
          <p:nvPr>
            <p:ph type="body" hasCustomPrompt="1"/>
          </p:nvPr>
        </p:nvSpPr>
        <p:spPr>
          <a:xfrm>
            <a:off x="343080" y="4343400"/>
            <a:ext cx="8457840" cy="1904760"/>
          </a:xfrm>
          <a:prstGeom prst="rect">
            <a:avLst/>
          </a:prstGeom>
          <a:noFill/>
          <a:ln w="0">
            <a:noFill/>
          </a:ln>
        </p:spPr>
        <p:txBody>
          <a:bodyPr lIns="91440" tIns="45720" rIns="91440" bIns="45720" anchor="t">
            <a:noAutofit/>
          </a:bodyPr>
          <a:lstStyle>
            <a:lvl1pPr indent="0" algn="l" defTabSz="914400">
              <a:lnSpc>
                <a:spcPct val="100000"/>
              </a:lnSpc>
              <a:spcAft>
                <a:spcPts val="799"/>
              </a:spcAft>
              <a:buNone/>
              <a:tabLst>
                <a:tab pos="0" algn="l"/>
              </a:tabLst>
              <a:defRPr lang="en-US" sz="2000" b="0" u="none" strike="noStrike">
                <a:solidFill>
                  <a:schemeClr val="dk2"/>
                </a:solidFill>
                <a:effectLst/>
                <a:uFillTx/>
                <a:latin typeface="Times New Roman"/>
              </a:defRPr>
            </a:lvl1pPr>
            <a:lvl2pPr lvl="1" algn="l" defTabSz="914400">
              <a:lnSpc>
                <a:spcPct val="100000"/>
              </a:lnSpc>
              <a:spcBef>
                <a:spcPts val="799"/>
              </a:spcBef>
              <a:spcAft>
                <a:spcPts val="799"/>
              </a:spcAft>
              <a:buClr>
                <a:srgbClr val="000000"/>
              </a:buClr>
              <a:buFont typeface="Arial"/>
              <a:buChar char="•"/>
              <a:tabLst>
                <a:tab pos="0" algn="l"/>
              </a:tabLst>
              <a:defRPr lang="en-US" sz="2000" b="0" u="none" strike="noStrike">
                <a:solidFill>
                  <a:schemeClr val="dk2"/>
                </a:solidFill>
                <a:effectLst/>
                <a:uFillTx/>
                <a:latin typeface="Times New Roman"/>
              </a:defRPr>
            </a:lvl2pPr>
            <a:lvl3pPr lvl="2" algn="l" defTabSz="914400">
              <a:lnSpc>
                <a:spcPct val="100000"/>
              </a:lnSpc>
              <a:spcBef>
                <a:spcPts val="799"/>
              </a:spcBef>
              <a:spcAft>
                <a:spcPts val="799"/>
              </a:spcAft>
              <a:buClr>
                <a:srgbClr val="000000"/>
              </a:buClr>
              <a:buFont typeface="Arial"/>
              <a:buChar char="•"/>
              <a:tabLst>
                <a:tab pos="0" algn="l"/>
              </a:tabLst>
              <a:defRPr lang="en-US" sz="1800" b="0" u="none" strike="noStrike">
                <a:solidFill>
                  <a:schemeClr val="dk2"/>
                </a:solidFill>
                <a:effectLst/>
                <a:uFillTx/>
                <a:latin typeface="Times New Roman"/>
              </a:defRPr>
            </a:lvl3pPr>
          </a:lstStyle>
          <a:p>
            <a:pPr indent="0" algn="l" defTabSz="914400">
              <a:lnSpc>
                <a:spcPct val="100000"/>
              </a:lnSpc>
              <a:spcAft>
                <a:spcPts val="799"/>
              </a:spcAft>
              <a:buNone/>
              <a:tabLst>
                <a:tab pos="0" algn="l"/>
              </a:tabLst>
            </a:pPr>
            <a:r>
              <a:rPr lang="en-US" sz="2000" b="0" u="none" strike="noStrike">
                <a:solidFill>
                  <a:schemeClr val="dk2"/>
                </a:solidFill>
                <a:effectLst/>
                <a:uFillTx/>
                <a:latin typeface="Times New Roman"/>
              </a:rPr>
              <a:t>Slide Content 2</a:t>
            </a:r>
            <a:endParaRPr lang="en-US" sz="2000" b="0" u="none" strike="noStrike">
              <a:solidFill>
                <a:schemeClr val="dk1">
                  <a:lumMod val="65000"/>
                  <a:lumOff val="35000"/>
                </a:schemeClr>
              </a:solidFill>
              <a:effectLst/>
              <a:uFillTx/>
              <a:latin typeface="Times New Roman"/>
            </a:endParaRPr>
          </a:p>
          <a:p>
            <a:pPr marL="344520" lvl="1" indent="-343080" algn="l" defTabSz="914400">
              <a:lnSpc>
                <a:spcPct val="100000"/>
              </a:lnSpc>
              <a:spcBef>
                <a:spcPts val="799"/>
              </a:spcBef>
              <a:spcAft>
                <a:spcPts val="799"/>
              </a:spcAft>
              <a:buClr>
                <a:srgbClr val="000000"/>
              </a:buClr>
              <a:buFont typeface="Arial"/>
              <a:buChar char="•"/>
              <a:tabLst>
                <a:tab pos="0" algn="l"/>
              </a:tabLst>
            </a:pPr>
            <a:r>
              <a:rPr lang="en-US" sz="2000" b="0" u="none" strike="noStrike">
                <a:solidFill>
                  <a:schemeClr val="dk2"/>
                </a:solidFill>
                <a:effectLst/>
                <a:uFillTx/>
                <a:latin typeface="Times New Roman"/>
              </a:rPr>
              <a:t>Second level</a:t>
            </a:r>
            <a:endParaRPr lang="en-US" sz="2000" b="0" u="none" strike="noStrike">
              <a:solidFill>
                <a:schemeClr val="dk2"/>
              </a:solidFill>
              <a:effectLst/>
              <a:uFillTx/>
              <a:latin typeface="Times New Roman"/>
            </a:endParaRPr>
          </a:p>
          <a:p>
            <a:pPr marL="517680" lvl="2" indent="-285840" algn="l" defTabSz="914400">
              <a:lnSpc>
                <a:spcPct val="100000"/>
              </a:lnSpc>
              <a:spcBef>
                <a:spcPts val="799"/>
              </a:spcBef>
              <a:spcAft>
                <a:spcPts val="799"/>
              </a:spcAft>
              <a:buClr>
                <a:srgbClr val="000000"/>
              </a:buClr>
              <a:buFont typeface="Arial"/>
              <a:buChar char="•"/>
              <a:tabLst>
                <a:tab pos="0" algn="l"/>
              </a:tabLst>
            </a:pPr>
            <a:r>
              <a:rPr lang="en-US" sz="1800" b="0" u="none" strike="noStrike">
                <a:solidFill>
                  <a:schemeClr val="dk2"/>
                </a:solidFill>
                <a:effectLst/>
                <a:uFillTx/>
                <a:latin typeface="Times New Roman"/>
              </a:rPr>
              <a:t>Third level</a:t>
            </a:r>
            <a:endParaRPr lang="en-US" sz="1800" b="0" u="none" strike="noStrike">
              <a:solidFill>
                <a:schemeClr val="dk2"/>
              </a:solidFill>
              <a:effectLst/>
              <a:uFillTx/>
              <a:latin typeface="Times New Roman"/>
            </a:endParaRPr>
          </a:p>
        </p:txBody>
      </p:sp>
      <p:sp>
        <p:nvSpPr>
          <p:cNvPr id="58" name="PlaceHolder 4"/>
          <p:cNvSpPr>
            <a:spLocks noGrp="1"/>
          </p:cNvSpPr>
          <p:nvPr>
            <p:ph type="body" hasCustomPrompt="1"/>
          </p:nvPr>
        </p:nvSpPr>
        <p:spPr>
          <a:xfrm>
            <a:off x="3369600" y="6324480"/>
            <a:ext cx="2404440" cy="190080"/>
          </a:xfrm>
          <a:prstGeom prst="rect">
            <a:avLst/>
          </a:prstGeom>
          <a:noFill/>
          <a:ln w="0">
            <a:noFill/>
          </a:ln>
        </p:spPr>
        <p:txBody>
          <a:bodyPr lIns="91440" tIns="45720" rIns="91440" bIns="45720" anchor="b">
            <a:noAutofit/>
          </a:bodyPr>
          <a:lstStyle>
            <a:lvl1pPr indent="0" algn="ctr" defTabSz="914400">
              <a:lnSpc>
                <a:spcPct val="100000"/>
              </a:lnSpc>
              <a:spcAft>
                <a:spcPts val="799"/>
              </a:spcAft>
              <a:buNone/>
              <a:tabLst>
                <a:tab pos="0" algn="l"/>
              </a:tabLst>
              <a:defRPr lang="en-US" sz="900" b="0" u="none" strike="noStrike">
                <a:solidFill>
                  <a:schemeClr val="dk2"/>
                </a:solidFill>
                <a:effectLst/>
                <a:uFillTx/>
                <a:latin typeface="Times New Roman"/>
              </a:defRPr>
            </a:lvl1pPr>
          </a:lstStyle>
          <a:p>
            <a:pPr indent="0" algn="ctr" defTabSz="914400">
              <a:lnSpc>
                <a:spcPct val="100000"/>
              </a:lnSpc>
              <a:spcAft>
                <a:spcPts val="799"/>
              </a:spcAft>
              <a:buNone/>
              <a:tabLst>
                <a:tab pos="0" algn="l"/>
              </a:tabLst>
            </a:pPr>
            <a:r>
              <a:rPr lang="en-US" sz="900" b="0" u="none" strike="noStrike">
                <a:solidFill>
                  <a:schemeClr val="dk2"/>
                </a:solidFill>
                <a:effectLst/>
                <a:uFillTx/>
                <a:latin typeface="Times New Roman"/>
              </a:rPr>
              <a:t>Add text alternative link, if needed.</a:t>
            </a:r>
            <a:endParaRPr lang="en-US" sz="900" b="0" u="none" strike="noStrike">
              <a:solidFill>
                <a:schemeClr val="dk1">
                  <a:lumMod val="65000"/>
                  <a:lumOff val="35000"/>
                </a:schemeClr>
              </a:solidFill>
              <a:effectLst/>
              <a:uFillTx/>
              <a:latin typeface="Times New Roman"/>
            </a:endParaRPr>
          </a:p>
        </p:txBody>
      </p:sp>
      <p:sp>
        <p:nvSpPr>
          <p:cNvPr id="59" name="PlaceHolder 5"/>
          <p:cNvSpPr>
            <a:spLocks noGrp="1"/>
          </p:cNvSpPr>
          <p:nvPr>
            <p:ph type="body" hasCustomPrompt="1"/>
          </p:nvPr>
        </p:nvSpPr>
        <p:spPr>
          <a:xfrm>
            <a:off x="1562040" y="6684840"/>
            <a:ext cx="6972120" cy="172800"/>
          </a:xfrm>
          <a:prstGeom prst="rect">
            <a:avLst/>
          </a:prstGeom>
          <a:noFill/>
          <a:ln w="0">
            <a:noFill/>
          </a:ln>
        </p:spPr>
        <p:txBody>
          <a:bodyPr lIns="91440" tIns="45720" rIns="91440" bIns="45720" anchor="ctr">
            <a:noAutofit/>
          </a:bodyPr>
          <a:lstStyle>
            <a:lvl1pPr indent="0" algn="r" defTabSz="914400">
              <a:lnSpc>
                <a:spcPct val="100000"/>
              </a:lnSpc>
              <a:spcAft>
                <a:spcPts val="799"/>
              </a:spcAft>
              <a:buNone/>
              <a:tabLst>
                <a:tab pos="0" algn="l"/>
              </a:tabLst>
              <a:defRPr lang="en-US" sz="800" b="0" u="none" strike="noStrike">
                <a:solidFill>
                  <a:schemeClr val="dk1">
                    <a:lumMod val="65000"/>
                    <a:lumOff val="35000"/>
                  </a:schemeClr>
                </a:solidFill>
                <a:effectLst/>
                <a:uFillTx/>
                <a:latin typeface="Times New Roman"/>
              </a:defRPr>
            </a:lvl1pPr>
          </a:lstStyle>
          <a:p>
            <a:pPr indent="0" algn="r" defTabSz="914400">
              <a:lnSpc>
                <a:spcPct val="100000"/>
              </a:lnSpc>
              <a:spcAft>
                <a:spcPts val="799"/>
              </a:spcAft>
              <a:buNone/>
              <a:tabLst>
                <a:tab pos="0" algn="l"/>
              </a:tabLst>
            </a:pPr>
            <a:r>
              <a:rPr lang="en-US" sz="800" b="0" u="none" strike="noStrike">
                <a:solidFill>
                  <a:schemeClr val="dk1">
                    <a:lumMod val="65000"/>
                    <a:lumOff val="35000"/>
                  </a:schemeClr>
                </a:solidFill>
                <a:effectLst/>
                <a:uFillTx/>
                <a:latin typeface="Times New Roman"/>
              </a:rPr>
              <a:t>Insert Image Credit Here</a:t>
            </a:r>
            <a:endParaRPr lang="en-US" sz="800" b="0" u="none" strike="noStrike">
              <a:solidFill>
                <a:schemeClr val="dk1">
                  <a:lumMod val="65000"/>
                  <a:lumOff val="35000"/>
                </a:schemeClr>
              </a:solidFill>
              <a:effectLst/>
              <a:uFillTx/>
              <a:latin typeface="Times New Roman"/>
            </a:endParaRPr>
          </a:p>
        </p:txBody>
      </p:sp>
      <p:sp>
        <p:nvSpPr>
          <p:cNvPr id="60" name="PlaceHolder 6"/>
          <p:cNvSpPr>
            <a:spLocks noGrp="1"/>
          </p:cNvSpPr>
          <p:nvPr>
            <p:ph type="sldNum" idx="6"/>
          </p:nvPr>
        </p:nvSpPr>
        <p:spPr>
          <a:xfrm>
            <a:off x="8626320" y="6673680"/>
            <a:ext cx="355320" cy="160920"/>
          </a:xfrm>
          <a:prstGeom prst="rect">
            <a:avLst/>
          </a:prstGeom>
          <a:noFill/>
          <a:ln w="0">
            <a:noFill/>
          </a:ln>
        </p:spPr>
        <p:txBody>
          <a:bodyPr lIns="45720" tIns="45720" rIns="45720" bIns="45720" anchor="ctr">
            <a:noAutofit/>
          </a:bodyPr>
          <a:lstStyle>
            <a:lvl1pPr indent="0" algn="r" defTabSz="914400">
              <a:lnSpc>
                <a:spcPct val="100000"/>
              </a:lnSpc>
              <a:buNone/>
              <a:defRPr lang="en-US" sz="800" b="0" u="none" strike="noStrike">
                <a:solidFill>
                  <a:schemeClr val="dk1">
                    <a:lumMod val="65000"/>
                    <a:lumOff val="35000"/>
                  </a:schemeClr>
                </a:solidFill>
                <a:effectLst/>
                <a:uFillTx/>
                <a:latin typeface="Times New Roman"/>
              </a:defRPr>
            </a:lvl1pPr>
          </a:lstStyle>
          <a:p>
            <a:pPr indent="0" algn="r" defTabSz="914400">
              <a:lnSpc>
                <a:spcPct val="100000"/>
              </a:lnSpc>
              <a:buNone/>
            </a:pPr>
            <a:fld id="{00E49EFE-196B-4F81-8D18-417D758EEF95}" type="slidenum">
              <a:rPr lang="en-US" sz="800" b="0" u="none" strike="noStrike">
                <a:solidFill>
                  <a:schemeClr val="dk1">
                    <a:lumMod val="65000"/>
                    <a:lumOff val="35000"/>
                  </a:schemeClr>
                </a:solidFill>
                <a:effectLst/>
                <a:uFillTx/>
                <a:latin typeface="Times New Roman"/>
              </a:rPr>
              <a:t>&lt;number&gt;</a:t>
            </a:fld>
            <a:endParaRPr lang="en-US" sz="8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Comparison Placeholders">
    <p:bg>
      <p:bgPr>
        <a:solidFill>
          <a:srgbClr val="FFFFFF"/>
        </a:solidFill>
      </p:bgPr>
    </p:bg>
    <p:spTree>
      <p:nvGrpSpPr>
        <p:cNvPr id="1" name=""/>
        <p:cNvGrpSpPr/>
        <p:nvPr/>
      </p:nvGrpSpPr>
      <p:grpSpPr>
        <a:xfrm>
          <a:off x="0" y="0"/>
          <a:ext cx="0" cy="0"/>
          <a:chOff x="0" y="0"/>
          <a:chExt cx="0" cy="0"/>
        </a:xfrm>
      </p:grpSpPr>
      <p:sp>
        <p:nvSpPr>
          <p:cNvPr id="61" name="MGH Yellow Line">
            <a:extLst>
              <a:ext uri="{C183D7F6-B498-43B3-948B-1728B52AA6E4}">
                <adec:decorative xmlns:adec="http://schemas.microsoft.com/office/drawing/2017/decorative" val="1"/>
              </a:ext>
            </a:extLst>
          </p:cNvPr>
          <p:cNvSpPr/>
          <p:nvPr/>
        </p:nvSpPr>
        <p:spPr>
          <a:xfrm>
            <a:off x="0" y="6622200"/>
            <a:ext cx="9143640" cy="543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9720" rIns="90000" bIns="9720" anchor="ctr">
            <a:noAutofit/>
          </a:bodyPr>
          <a:p>
            <a:endParaRPr lang="en-US" sz="1800" b="0" u="none" strike="noStrike">
              <a:solidFill>
                <a:schemeClr val="lt1"/>
              </a:solidFill>
              <a:effectLst/>
              <a:uFillTx/>
              <a:latin typeface="Times New Roman"/>
            </a:endParaRPr>
          </a:p>
        </p:txBody>
      </p:sp>
      <p:sp>
        <p:nvSpPr>
          <p:cNvPr id="62" name="Short Copyright"/>
          <p:cNvSpPr/>
          <p:nvPr/>
        </p:nvSpPr>
        <p:spPr>
          <a:xfrm>
            <a:off x="215640" y="6664320"/>
            <a:ext cx="1233360" cy="214920"/>
          </a:xfrm>
          <a:prstGeom prst="rect">
            <a:avLst/>
          </a:prstGeom>
          <a:noFill/>
          <a:ln w="0">
            <a:noFill/>
          </a:ln>
        </p:spPr>
        <p:style>
          <a:lnRef idx="0"/>
          <a:fillRef idx="0"/>
          <a:effectRef idx="0"/>
          <a:fontRef idx="minor"/>
        </p:style>
        <p:txBody>
          <a:bodyPr lIns="45720" tIns="45000" rIns="45720" bIns="45000" anchor="ctr">
            <a:spAutoFit/>
          </a:bodyPr>
          <a:p>
            <a:pPr defTabSz="914400">
              <a:lnSpc>
                <a:spcPct val="100000"/>
              </a:lnSpc>
            </a:pPr>
            <a:r>
              <a:rPr lang="en-US" sz="800" b="0" u="none" strike="noStrike">
                <a:solidFill>
                  <a:schemeClr val="dk1">
                    <a:lumMod val="65000"/>
                    <a:lumOff val="35000"/>
                  </a:schemeClr>
                </a:solidFill>
                <a:effectLst/>
                <a:uFillTx/>
                <a:latin typeface="Times New Roman"/>
              </a:rPr>
              <a:t>© McGraw Hill</a:t>
            </a:r>
            <a:endParaRPr lang="en-US" sz="800" b="0" u="none" strike="noStrike">
              <a:solidFill>
                <a:srgbClr val="000000"/>
              </a:solidFill>
              <a:effectLst/>
              <a:uFillTx/>
              <a:latin typeface="Arial"/>
            </a:endParaRPr>
          </a:p>
        </p:txBody>
      </p:sp>
      <p:sp>
        <p:nvSpPr>
          <p:cNvPr id="63" name="PlaceHolder 1"/>
          <p:cNvSpPr>
            <a:spLocks noGrp="1"/>
          </p:cNvSpPr>
          <p:nvPr>
            <p:ph type="title" hasCustomPrompt="1"/>
          </p:nvPr>
        </p:nvSpPr>
        <p:spPr>
          <a:xfrm>
            <a:off x="343080" y="304920"/>
            <a:ext cx="8457840" cy="678240"/>
          </a:xfrm>
          <a:prstGeom prst="rect">
            <a:avLst/>
          </a:prstGeom>
          <a:noFill/>
          <a:ln w="0">
            <a:noFill/>
          </a:ln>
        </p:spPr>
        <p:txBody>
          <a:bodyPr lIns="91440" tIns="45720" rIns="91440" bIns="45720" anchor="ctr">
            <a:normAutofit/>
          </a:bodyPr>
          <a:lstStyle>
            <a:lvl1pPr indent="0" algn="l" defTabSz="914400">
              <a:lnSpc>
                <a:spcPct val="90000"/>
              </a:lnSpc>
              <a:buNone/>
              <a:defRPr lang="en-US" sz="4000" b="1" u="none" strike="noStrike">
                <a:solidFill>
                  <a:schemeClr val="dk2"/>
                </a:solidFill>
                <a:effectLst/>
                <a:uFillTx/>
                <a:latin typeface="Times New Roman"/>
              </a:defRPr>
            </a:lvl1pPr>
          </a:lstStyle>
          <a:p>
            <a:pPr indent="0" algn="l" defTabSz="914400">
              <a:lnSpc>
                <a:spcPct val="90000"/>
              </a:lnSpc>
              <a:buNone/>
            </a:pPr>
            <a:r>
              <a:rPr lang="en-US" sz="4000" b="1" u="none" strike="noStrike">
                <a:solidFill>
                  <a:schemeClr val="dk2"/>
                </a:solidFill>
                <a:effectLst/>
                <a:uFillTx/>
                <a:latin typeface="Times New Roman"/>
              </a:rPr>
              <a:t>Slide Title</a:t>
            </a:r>
            <a:endParaRPr lang="en-US" sz="4000" b="1" u="none" strike="noStrike">
              <a:solidFill>
                <a:schemeClr val="dk2"/>
              </a:solidFill>
              <a:effectLst/>
              <a:uFillTx/>
              <a:latin typeface="Times New Roman"/>
            </a:endParaRPr>
          </a:p>
        </p:txBody>
      </p:sp>
      <p:sp>
        <p:nvSpPr>
          <p:cNvPr id="64" name="PlaceHolder 2"/>
          <p:cNvSpPr>
            <a:spLocks noGrp="1"/>
          </p:cNvSpPr>
          <p:nvPr>
            <p:ph type="body" hasCustomPrompt="1"/>
          </p:nvPr>
        </p:nvSpPr>
        <p:spPr>
          <a:xfrm>
            <a:off x="343080" y="1276560"/>
            <a:ext cx="4076280" cy="4971240"/>
          </a:xfrm>
          <a:prstGeom prst="rect">
            <a:avLst/>
          </a:prstGeom>
          <a:noFill/>
          <a:ln w="0">
            <a:noFill/>
          </a:ln>
        </p:spPr>
        <p:txBody>
          <a:bodyPr lIns="91440" tIns="45720" rIns="91440" bIns="45720" anchor="t">
            <a:noAutofit/>
          </a:bodyPr>
          <a:lstStyle>
            <a:lvl1pPr indent="0" algn="l" defTabSz="914400">
              <a:lnSpc>
                <a:spcPct val="100000"/>
              </a:lnSpc>
              <a:spcAft>
                <a:spcPts val="799"/>
              </a:spcAft>
              <a:buNone/>
              <a:tabLst>
                <a:tab pos="0" algn="l"/>
              </a:tabLst>
              <a:defRPr lang="en-US" sz="2000" b="0" u="none" strike="noStrike">
                <a:solidFill>
                  <a:schemeClr val="dk2"/>
                </a:solidFill>
                <a:effectLst/>
                <a:uFillTx/>
                <a:latin typeface="Times New Roman"/>
              </a:defRPr>
            </a:lvl1pPr>
            <a:lvl2pPr lvl="1" algn="l" defTabSz="914400">
              <a:lnSpc>
                <a:spcPct val="100000"/>
              </a:lnSpc>
              <a:spcBef>
                <a:spcPts val="799"/>
              </a:spcBef>
              <a:spcAft>
                <a:spcPts val="799"/>
              </a:spcAft>
              <a:buClr>
                <a:srgbClr val="000000"/>
              </a:buClr>
              <a:buFont typeface="Arial"/>
              <a:buChar char="•"/>
              <a:tabLst>
                <a:tab pos="0" algn="l"/>
              </a:tabLst>
              <a:defRPr lang="en-US" sz="2000" b="0" u="none" strike="noStrike">
                <a:solidFill>
                  <a:schemeClr val="dk2"/>
                </a:solidFill>
                <a:effectLst/>
                <a:uFillTx/>
                <a:latin typeface="Times New Roman"/>
              </a:defRPr>
            </a:lvl2pPr>
            <a:lvl3pPr lvl="2" algn="l" defTabSz="914400">
              <a:lnSpc>
                <a:spcPct val="100000"/>
              </a:lnSpc>
              <a:spcBef>
                <a:spcPts val="799"/>
              </a:spcBef>
              <a:spcAft>
                <a:spcPts val="799"/>
              </a:spcAft>
              <a:buClr>
                <a:srgbClr val="000000"/>
              </a:buClr>
              <a:buFont typeface="Arial"/>
              <a:buChar char="•"/>
              <a:tabLst>
                <a:tab pos="0" algn="l"/>
              </a:tabLst>
              <a:defRPr lang="en-US" sz="1800" b="0" u="none" strike="noStrike">
                <a:solidFill>
                  <a:schemeClr val="dk2"/>
                </a:solidFill>
                <a:effectLst/>
                <a:uFillTx/>
                <a:latin typeface="Times New Roman"/>
              </a:defRPr>
            </a:lvl3pPr>
          </a:lstStyle>
          <a:p>
            <a:pPr indent="0" algn="l" defTabSz="914400">
              <a:lnSpc>
                <a:spcPct val="100000"/>
              </a:lnSpc>
              <a:spcAft>
                <a:spcPts val="799"/>
              </a:spcAft>
              <a:buNone/>
              <a:tabLst>
                <a:tab pos="0" algn="l"/>
              </a:tabLst>
            </a:pPr>
            <a:r>
              <a:rPr lang="en-US" sz="2000" b="0" u="none" strike="noStrike">
                <a:solidFill>
                  <a:schemeClr val="dk2"/>
                </a:solidFill>
                <a:effectLst/>
                <a:uFillTx/>
                <a:latin typeface="Times New Roman"/>
              </a:rPr>
              <a:t>Slide Content</a:t>
            </a:r>
            <a:endParaRPr lang="en-US" sz="2000" b="0" u="none" strike="noStrike">
              <a:solidFill>
                <a:schemeClr val="dk1">
                  <a:lumMod val="65000"/>
                  <a:lumOff val="35000"/>
                </a:schemeClr>
              </a:solidFill>
              <a:effectLst/>
              <a:uFillTx/>
              <a:latin typeface="Times New Roman"/>
            </a:endParaRPr>
          </a:p>
          <a:p>
            <a:pPr marL="344520" lvl="1" indent="-343080" algn="l" defTabSz="914400">
              <a:lnSpc>
                <a:spcPct val="100000"/>
              </a:lnSpc>
              <a:spcBef>
                <a:spcPts val="799"/>
              </a:spcBef>
              <a:spcAft>
                <a:spcPts val="799"/>
              </a:spcAft>
              <a:buClr>
                <a:srgbClr val="000000"/>
              </a:buClr>
              <a:buFont typeface="Arial"/>
              <a:buChar char="•"/>
              <a:tabLst>
                <a:tab pos="0" algn="l"/>
              </a:tabLst>
            </a:pPr>
            <a:r>
              <a:rPr lang="en-US" sz="2000" b="0" u="none" strike="noStrike">
                <a:solidFill>
                  <a:schemeClr val="dk2"/>
                </a:solidFill>
                <a:effectLst/>
                <a:uFillTx/>
                <a:latin typeface="Times New Roman"/>
              </a:rPr>
              <a:t>Second level</a:t>
            </a:r>
            <a:endParaRPr lang="en-US" sz="2000" b="0" u="none" strike="noStrike">
              <a:solidFill>
                <a:schemeClr val="dk2"/>
              </a:solidFill>
              <a:effectLst/>
              <a:uFillTx/>
              <a:latin typeface="Times New Roman"/>
            </a:endParaRPr>
          </a:p>
          <a:p>
            <a:pPr marL="517680" lvl="2" indent="-285840" algn="l" defTabSz="914400">
              <a:lnSpc>
                <a:spcPct val="100000"/>
              </a:lnSpc>
              <a:spcBef>
                <a:spcPts val="799"/>
              </a:spcBef>
              <a:spcAft>
                <a:spcPts val="799"/>
              </a:spcAft>
              <a:buClr>
                <a:srgbClr val="000000"/>
              </a:buClr>
              <a:buFont typeface="Arial"/>
              <a:buChar char="•"/>
              <a:tabLst>
                <a:tab pos="0" algn="l"/>
              </a:tabLst>
            </a:pPr>
            <a:r>
              <a:rPr lang="en-US" sz="1800" b="0" u="none" strike="noStrike">
                <a:solidFill>
                  <a:schemeClr val="dk2"/>
                </a:solidFill>
                <a:effectLst/>
                <a:uFillTx/>
                <a:latin typeface="Times New Roman"/>
              </a:rPr>
              <a:t>Third level</a:t>
            </a:r>
            <a:endParaRPr lang="en-US" sz="1800" b="0" u="none" strike="noStrike">
              <a:solidFill>
                <a:schemeClr val="dk2"/>
              </a:solidFill>
              <a:effectLst/>
              <a:uFillTx/>
              <a:latin typeface="Times New Roman"/>
            </a:endParaRPr>
          </a:p>
        </p:txBody>
      </p:sp>
      <p:sp>
        <p:nvSpPr>
          <p:cNvPr id="65" name="PlaceHolder 3"/>
          <p:cNvSpPr>
            <a:spLocks noGrp="1"/>
          </p:cNvSpPr>
          <p:nvPr>
            <p:ph type="body" hasCustomPrompt="1"/>
          </p:nvPr>
        </p:nvSpPr>
        <p:spPr>
          <a:xfrm>
            <a:off x="4724280" y="1257480"/>
            <a:ext cx="4076280" cy="4990680"/>
          </a:xfrm>
          <a:prstGeom prst="rect">
            <a:avLst/>
          </a:prstGeom>
          <a:noFill/>
          <a:ln w="0">
            <a:noFill/>
          </a:ln>
        </p:spPr>
        <p:txBody>
          <a:bodyPr lIns="91440" tIns="45720" rIns="91440" bIns="45720" anchor="t">
            <a:noAutofit/>
          </a:bodyPr>
          <a:lstStyle>
            <a:lvl1pPr indent="0" algn="l" defTabSz="914400">
              <a:lnSpc>
                <a:spcPct val="100000"/>
              </a:lnSpc>
              <a:spcAft>
                <a:spcPts val="799"/>
              </a:spcAft>
              <a:buNone/>
              <a:tabLst>
                <a:tab pos="0" algn="l"/>
              </a:tabLst>
              <a:defRPr lang="en-US" sz="2000" b="0" u="none" strike="noStrike">
                <a:solidFill>
                  <a:schemeClr val="dk2"/>
                </a:solidFill>
                <a:effectLst/>
                <a:uFillTx/>
                <a:latin typeface="Times New Roman"/>
              </a:defRPr>
            </a:lvl1pPr>
            <a:lvl2pPr lvl="1" algn="l" defTabSz="914400">
              <a:lnSpc>
                <a:spcPct val="100000"/>
              </a:lnSpc>
              <a:spcBef>
                <a:spcPts val="799"/>
              </a:spcBef>
              <a:spcAft>
                <a:spcPts val="799"/>
              </a:spcAft>
              <a:buClr>
                <a:srgbClr val="000000"/>
              </a:buClr>
              <a:buFont typeface="Arial"/>
              <a:buChar char="•"/>
              <a:tabLst>
                <a:tab pos="0" algn="l"/>
              </a:tabLst>
              <a:defRPr lang="en-US" sz="2000" b="0" u="none" strike="noStrike">
                <a:solidFill>
                  <a:schemeClr val="dk2"/>
                </a:solidFill>
                <a:effectLst/>
                <a:uFillTx/>
                <a:latin typeface="Times New Roman"/>
              </a:defRPr>
            </a:lvl2pPr>
            <a:lvl3pPr lvl="2" algn="l" defTabSz="914400">
              <a:lnSpc>
                <a:spcPct val="100000"/>
              </a:lnSpc>
              <a:spcBef>
                <a:spcPts val="799"/>
              </a:spcBef>
              <a:spcAft>
                <a:spcPts val="799"/>
              </a:spcAft>
              <a:buClr>
                <a:srgbClr val="000000"/>
              </a:buClr>
              <a:buFont typeface="Arial"/>
              <a:buChar char="•"/>
              <a:tabLst>
                <a:tab pos="0" algn="l"/>
              </a:tabLst>
              <a:defRPr lang="en-US" sz="1800" b="0" u="none" strike="noStrike">
                <a:solidFill>
                  <a:schemeClr val="dk2"/>
                </a:solidFill>
                <a:effectLst/>
                <a:uFillTx/>
                <a:latin typeface="Times New Roman"/>
              </a:defRPr>
            </a:lvl3pPr>
          </a:lstStyle>
          <a:p>
            <a:pPr indent="0" algn="l" defTabSz="914400">
              <a:lnSpc>
                <a:spcPct val="100000"/>
              </a:lnSpc>
              <a:spcAft>
                <a:spcPts val="799"/>
              </a:spcAft>
              <a:buNone/>
              <a:tabLst>
                <a:tab pos="0" algn="l"/>
              </a:tabLst>
            </a:pPr>
            <a:r>
              <a:rPr lang="en-US" sz="2000" b="0" u="none" strike="noStrike">
                <a:solidFill>
                  <a:schemeClr val="dk2"/>
                </a:solidFill>
                <a:effectLst/>
                <a:uFillTx/>
                <a:latin typeface="Times New Roman"/>
              </a:rPr>
              <a:t>Slide Content 2</a:t>
            </a:r>
            <a:endParaRPr lang="en-US" sz="2000" b="0" u="none" strike="noStrike">
              <a:solidFill>
                <a:schemeClr val="dk1">
                  <a:lumMod val="65000"/>
                  <a:lumOff val="35000"/>
                </a:schemeClr>
              </a:solidFill>
              <a:effectLst/>
              <a:uFillTx/>
              <a:latin typeface="Times New Roman"/>
            </a:endParaRPr>
          </a:p>
          <a:p>
            <a:pPr marL="344520" lvl="1" indent="-343080" algn="l" defTabSz="914400">
              <a:lnSpc>
                <a:spcPct val="100000"/>
              </a:lnSpc>
              <a:spcBef>
                <a:spcPts val="799"/>
              </a:spcBef>
              <a:spcAft>
                <a:spcPts val="799"/>
              </a:spcAft>
              <a:buClr>
                <a:srgbClr val="000000"/>
              </a:buClr>
              <a:buFont typeface="Arial"/>
              <a:buChar char="•"/>
              <a:tabLst>
                <a:tab pos="0" algn="l"/>
              </a:tabLst>
            </a:pPr>
            <a:r>
              <a:rPr lang="en-US" sz="2000" b="0" u="none" strike="noStrike">
                <a:solidFill>
                  <a:schemeClr val="dk2"/>
                </a:solidFill>
                <a:effectLst/>
                <a:uFillTx/>
                <a:latin typeface="Times New Roman"/>
              </a:rPr>
              <a:t>Second level</a:t>
            </a:r>
            <a:endParaRPr lang="en-US" sz="2000" b="0" u="none" strike="noStrike">
              <a:solidFill>
                <a:schemeClr val="dk2"/>
              </a:solidFill>
              <a:effectLst/>
              <a:uFillTx/>
              <a:latin typeface="Times New Roman"/>
            </a:endParaRPr>
          </a:p>
          <a:p>
            <a:pPr marL="517680" lvl="2" indent="-285840" algn="l" defTabSz="914400">
              <a:lnSpc>
                <a:spcPct val="100000"/>
              </a:lnSpc>
              <a:spcBef>
                <a:spcPts val="799"/>
              </a:spcBef>
              <a:spcAft>
                <a:spcPts val="799"/>
              </a:spcAft>
              <a:buClr>
                <a:srgbClr val="000000"/>
              </a:buClr>
              <a:buFont typeface="Arial"/>
              <a:buChar char="•"/>
              <a:tabLst>
                <a:tab pos="0" algn="l"/>
              </a:tabLst>
            </a:pPr>
            <a:r>
              <a:rPr lang="en-US" sz="1800" b="0" u="none" strike="noStrike">
                <a:solidFill>
                  <a:schemeClr val="dk2"/>
                </a:solidFill>
                <a:effectLst/>
                <a:uFillTx/>
                <a:latin typeface="Times New Roman"/>
              </a:rPr>
              <a:t>Third level</a:t>
            </a:r>
            <a:endParaRPr lang="en-US" sz="1800" b="0" u="none" strike="noStrike">
              <a:solidFill>
                <a:schemeClr val="dk2"/>
              </a:solidFill>
              <a:effectLst/>
              <a:uFillTx/>
              <a:latin typeface="Times New Roman"/>
            </a:endParaRPr>
          </a:p>
        </p:txBody>
      </p:sp>
      <p:sp>
        <p:nvSpPr>
          <p:cNvPr id="66" name="PlaceHolder 4"/>
          <p:cNvSpPr>
            <a:spLocks noGrp="1"/>
          </p:cNvSpPr>
          <p:nvPr>
            <p:ph type="body" hasCustomPrompt="1"/>
          </p:nvPr>
        </p:nvSpPr>
        <p:spPr>
          <a:xfrm>
            <a:off x="3369600" y="6324480"/>
            <a:ext cx="2404440" cy="190080"/>
          </a:xfrm>
          <a:prstGeom prst="rect">
            <a:avLst/>
          </a:prstGeom>
          <a:noFill/>
          <a:ln w="0">
            <a:noFill/>
          </a:ln>
        </p:spPr>
        <p:txBody>
          <a:bodyPr lIns="91440" tIns="45720" rIns="91440" bIns="45720" anchor="b">
            <a:noAutofit/>
          </a:bodyPr>
          <a:lstStyle>
            <a:lvl1pPr indent="0" algn="ctr" defTabSz="914400">
              <a:lnSpc>
                <a:spcPct val="100000"/>
              </a:lnSpc>
              <a:spcAft>
                <a:spcPts val="799"/>
              </a:spcAft>
              <a:buNone/>
              <a:tabLst>
                <a:tab pos="0" algn="l"/>
              </a:tabLst>
              <a:defRPr lang="en-US" sz="900" b="0" u="none" strike="noStrike">
                <a:solidFill>
                  <a:schemeClr val="dk2"/>
                </a:solidFill>
                <a:effectLst/>
                <a:uFillTx/>
                <a:latin typeface="Times New Roman"/>
              </a:defRPr>
            </a:lvl1pPr>
          </a:lstStyle>
          <a:p>
            <a:pPr indent="0" algn="ctr" defTabSz="914400">
              <a:lnSpc>
                <a:spcPct val="100000"/>
              </a:lnSpc>
              <a:spcAft>
                <a:spcPts val="799"/>
              </a:spcAft>
              <a:buNone/>
              <a:tabLst>
                <a:tab pos="0" algn="l"/>
              </a:tabLst>
            </a:pPr>
            <a:r>
              <a:rPr lang="en-US" sz="900" b="0" u="none" strike="noStrike">
                <a:solidFill>
                  <a:schemeClr val="dk2"/>
                </a:solidFill>
                <a:effectLst/>
                <a:uFillTx/>
                <a:latin typeface="Times New Roman"/>
              </a:rPr>
              <a:t>Add text alternative link, if needed.</a:t>
            </a:r>
            <a:endParaRPr lang="en-US" sz="900" b="0" u="none" strike="noStrike">
              <a:solidFill>
                <a:schemeClr val="dk1">
                  <a:lumMod val="65000"/>
                  <a:lumOff val="35000"/>
                </a:schemeClr>
              </a:solidFill>
              <a:effectLst/>
              <a:uFillTx/>
              <a:latin typeface="Times New Roman"/>
            </a:endParaRPr>
          </a:p>
        </p:txBody>
      </p:sp>
      <p:sp>
        <p:nvSpPr>
          <p:cNvPr id="67" name="PlaceHolder 5"/>
          <p:cNvSpPr>
            <a:spLocks noGrp="1"/>
          </p:cNvSpPr>
          <p:nvPr>
            <p:ph type="body" hasCustomPrompt="1"/>
          </p:nvPr>
        </p:nvSpPr>
        <p:spPr>
          <a:xfrm>
            <a:off x="1562040" y="6684840"/>
            <a:ext cx="6972120" cy="172800"/>
          </a:xfrm>
          <a:prstGeom prst="rect">
            <a:avLst/>
          </a:prstGeom>
          <a:noFill/>
          <a:ln w="0">
            <a:noFill/>
          </a:ln>
        </p:spPr>
        <p:txBody>
          <a:bodyPr lIns="91440" tIns="45720" rIns="91440" bIns="45720" anchor="ctr">
            <a:noAutofit/>
          </a:bodyPr>
          <a:lstStyle>
            <a:lvl1pPr indent="0" algn="r" defTabSz="914400">
              <a:lnSpc>
                <a:spcPct val="100000"/>
              </a:lnSpc>
              <a:spcAft>
                <a:spcPts val="799"/>
              </a:spcAft>
              <a:buNone/>
              <a:tabLst>
                <a:tab pos="0" algn="l"/>
              </a:tabLst>
              <a:defRPr lang="en-US" sz="800" b="0" u="none" strike="noStrike">
                <a:solidFill>
                  <a:schemeClr val="dk1">
                    <a:lumMod val="65000"/>
                    <a:lumOff val="35000"/>
                  </a:schemeClr>
                </a:solidFill>
                <a:effectLst/>
                <a:uFillTx/>
                <a:latin typeface="Times New Roman"/>
              </a:defRPr>
            </a:lvl1pPr>
          </a:lstStyle>
          <a:p>
            <a:pPr indent="0" algn="r" defTabSz="914400">
              <a:lnSpc>
                <a:spcPct val="100000"/>
              </a:lnSpc>
              <a:spcAft>
                <a:spcPts val="799"/>
              </a:spcAft>
              <a:buNone/>
              <a:tabLst>
                <a:tab pos="0" algn="l"/>
              </a:tabLst>
            </a:pPr>
            <a:r>
              <a:rPr lang="en-US" sz="800" b="0" u="none" strike="noStrike">
                <a:solidFill>
                  <a:schemeClr val="dk1">
                    <a:lumMod val="65000"/>
                    <a:lumOff val="35000"/>
                  </a:schemeClr>
                </a:solidFill>
                <a:effectLst/>
                <a:uFillTx/>
                <a:latin typeface="Times New Roman"/>
              </a:rPr>
              <a:t>Insert Image Credit Here</a:t>
            </a:r>
            <a:endParaRPr lang="en-US" sz="800" b="0" u="none" strike="noStrike">
              <a:solidFill>
                <a:schemeClr val="dk1">
                  <a:lumMod val="65000"/>
                  <a:lumOff val="35000"/>
                </a:schemeClr>
              </a:solidFill>
              <a:effectLst/>
              <a:uFillTx/>
              <a:latin typeface="Times New Roman"/>
            </a:endParaRPr>
          </a:p>
        </p:txBody>
      </p:sp>
      <p:sp>
        <p:nvSpPr>
          <p:cNvPr id="68" name="PlaceHolder 6"/>
          <p:cNvSpPr>
            <a:spLocks noGrp="1"/>
          </p:cNvSpPr>
          <p:nvPr>
            <p:ph type="sldNum" idx="7"/>
          </p:nvPr>
        </p:nvSpPr>
        <p:spPr>
          <a:xfrm>
            <a:off x="8626320" y="6673680"/>
            <a:ext cx="355320" cy="160920"/>
          </a:xfrm>
          <a:prstGeom prst="rect">
            <a:avLst/>
          </a:prstGeom>
          <a:noFill/>
          <a:ln w="0">
            <a:noFill/>
          </a:ln>
        </p:spPr>
        <p:txBody>
          <a:bodyPr lIns="45720" tIns="45720" rIns="45720" bIns="45720" anchor="ctr">
            <a:noAutofit/>
          </a:bodyPr>
          <a:lstStyle>
            <a:lvl1pPr indent="0" algn="r" defTabSz="914400">
              <a:lnSpc>
                <a:spcPct val="100000"/>
              </a:lnSpc>
              <a:buNone/>
              <a:defRPr lang="en-US" sz="800" b="0" u="none" strike="noStrike">
                <a:solidFill>
                  <a:schemeClr val="dk1">
                    <a:lumMod val="65000"/>
                    <a:lumOff val="35000"/>
                  </a:schemeClr>
                </a:solidFill>
                <a:effectLst/>
                <a:uFillTx/>
                <a:latin typeface="Times New Roman"/>
              </a:defRPr>
            </a:lvl1pPr>
          </a:lstStyle>
          <a:p>
            <a:pPr indent="0" algn="r" defTabSz="914400">
              <a:lnSpc>
                <a:spcPct val="100000"/>
              </a:lnSpc>
              <a:buNone/>
            </a:pPr>
            <a:fld id="{B2CBE142-4056-4A3A-AAEE-58F19A29FEAC}" type="slidenum">
              <a:rPr lang="en-US" sz="800" b="0" u="none" strike="noStrike">
                <a:solidFill>
                  <a:schemeClr val="dk1">
                    <a:lumMod val="65000"/>
                    <a:lumOff val="35000"/>
                  </a:schemeClr>
                </a:solidFill>
                <a:effectLst/>
                <a:uFillTx/>
                <a:latin typeface="Times New Roman"/>
              </a:rPr>
              <a:t>&lt;number&gt;</a:t>
            </a:fld>
            <a:endParaRPr lang="en-US" sz="8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 Main One Secondary">
    <p:bg>
      <p:bgPr>
        <a:solidFill>
          <a:srgbClr val="FFFFFF"/>
        </a:solidFill>
      </p:bgPr>
    </p:bg>
    <p:spTree>
      <p:nvGrpSpPr>
        <p:cNvPr id="1" name=""/>
        <p:cNvGrpSpPr/>
        <p:nvPr/>
      </p:nvGrpSpPr>
      <p:grpSpPr>
        <a:xfrm>
          <a:off x="0" y="0"/>
          <a:ext cx="0" cy="0"/>
          <a:chOff x="0" y="0"/>
          <a:chExt cx="0" cy="0"/>
        </a:xfrm>
      </p:grpSpPr>
      <p:sp>
        <p:nvSpPr>
          <p:cNvPr id="69" name="MGH Yellow Line">
            <a:extLst>
              <a:ext uri="{C183D7F6-B498-43B3-948B-1728B52AA6E4}">
                <adec:decorative xmlns:adec="http://schemas.microsoft.com/office/drawing/2017/decorative" val="1"/>
              </a:ext>
            </a:extLst>
          </p:cNvPr>
          <p:cNvSpPr/>
          <p:nvPr/>
        </p:nvSpPr>
        <p:spPr>
          <a:xfrm>
            <a:off x="0" y="6622200"/>
            <a:ext cx="9143640" cy="543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9720" rIns="90000" bIns="9720" anchor="ctr">
            <a:noAutofit/>
          </a:bodyPr>
          <a:p>
            <a:endParaRPr lang="en-US" sz="1800" b="0" u="none" strike="noStrike">
              <a:solidFill>
                <a:schemeClr val="lt1"/>
              </a:solidFill>
              <a:effectLst/>
              <a:uFillTx/>
              <a:latin typeface="Times New Roman"/>
            </a:endParaRPr>
          </a:p>
        </p:txBody>
      </p:sp>
      <p:sp>
        <p:nvSpPr>
          <p:cNvPr id="70" name="Short Copyright"/>
          <p:cNvSpPr/>
          <p:nvPr/>
        </p:nvSpPr>
        <p:spPr>
          <a:xfrm>
            <a:off x="215640" y="6664320"/>
            <a:ext cx="1233360" cy="214920"/>
          </a:xfrm>
          <a:prstGeom prst="rect">
            <a:avLst/>
          </a:prstGeom>
          <a:noFill/>
          <a:ln w="0">
            <a:noFill/>
          </a:ln>
        </p:spPr>
        <p:style>
          <a:lnRef idx="0"/>
          <a:fillRef idx="0"/>
          <a:effectRef idx="0"/>
          <a:fontRef idx="minor"/>
        </p:style>
        <p:txBody>
          <a:bodyPr lIns="45720" tIns="45000" rIns="45720" bIns="45000" anchor="ctr">
            <a:spAutoFit/>
          </a:bodyPr>
          <a:p>
            <a:pPr defTabSz="914400">
              <a:lnSpc>
                <a:spcPct val="100000"/>
              </a:lnSpc>
            </a:pPr>
            <a:r>
              <a:rPr lang="en-US" sz="800" b="0" u="none" strike="noStrike">
                <a:solidFill>
                  <a:schemeClr val="dk1">
                    <a:lumMod val="65000"/>
                    <a:lumOff val="35000"/>
                  </a:schemeClr>
                </a:solidFill>
                <a:effectLst/>
                <a:uFillTx/>
                <a:latin typeface="Times New Roman"/>
              </a:rPr>
              <a:t>© McGraw Hill</a:t>
            </a:r>
            <a:endParaRPr lang="en-US" sz="800" b="0" u="none" strike="noStrike">
              <a:solidFill>
                <a:srgbClr val="000000"/>
              </a:solidFill>
              <a:effectLst/>
              <a:uFillTx/>
              <a:latin typeface="Arial"/>
            </a:endParaRPr>
          </a:p>
        </p:txBody>
      </p:sp>
      <p:sp>
        <p:nvSpPr>
          <p:cNvPr id="71" name="PlaceHolder 1"/>
          <p:cNvSpPr>
            <a:spLocks noGrp="1"/>
          </p:cNvSpPr>
          <p:nvPr>
            <p:ph type="title" hasCustomPrompt="1"/>
          </p:nvPr>
        </p:nvSpPr>
        <p:spPr>
          <a:xfrm>
            <a:off x="343080" y="304920"/>
            <a:ext cx="8457840" cy="678240"/>
          </a:xfrm>
          <a:prstGeom prst="rect">
            <a:avLst/>
          </a:prstGeom>
          <a:noFill/>
          <a:ln w="0">
            <a:noFill/>
          </a:ln>
        </p:spPr>
        <p:txBody>
          <a:bodyPr lIns="91440" tIns="45720" rIns="91440" bIns="45720" anchor="ctr">
            <a:normAutofit/>
          </a:bodyPr>
          <a:lstStyle>
            <a:lvl1pPr indent="0" algn="l" defTabSz="914400">
              <a:lnSpc>
                <a:spcPct val="90000"/>
              </a:lnSpc>
              <a:buNone/>
              <a:defRPr lang="en-US" sz="4000" b="1" u="none" strike="noStrike">
                <a:solidFill>
                  <a:schemeClr val="dk2"/>
                </a:solidFill>
                <a:effectLst/>
                <a:uFillTx/>
                <a:latin typeface="Times New Roman"/>
              </a:defRPr>
            </a:lvl1pPr>
          </a:lstStyle>
          <a:p>
            <a:pPr indent="0" algn="l" defTabSz="914400">
              <a:lnSpc>
                <a:spcPct val="90000"/>
              </a:lnSpc>
              <a:buNone/>
            </a:pPr>
            <a:r>
              <a:rPr lang="en-US" sz="4000" b="1" u="none" strike="noStrike">
                <a:solidFill>
                  <a:schemeClr val="dk2"/>
                </a:solidFill>
                <a:effectLst/>
                <a:uFillTx/>
                <a:latin typeface="Times New Roman"/>
              </a:rPr>
              <a:t>Slide Title</a:t>
            </a:r>
            <a:endParaRPr lang="en-US" sz="4000" b="1" u="none" strike="noStrike">
              <a:solidFill>
                <a:schemeClr val="dk2"/>
              </a:solidFill>
              <a:effectLst/>
              <a:uFillTx/>
              <a:latin typeface="Times New Roman"/>
            </a:endParaRPr>
          </a:p>
        </p:txBody>
      </p:sp>
      <p:sp>
        <p:nvSpPr>
          <p:cNvPr id="72" name="PlaceHolder 2"/>
          <p:cNvSpPr>
            <a:spLocks noGrp="1"/>
          </p:cNvSpPr>
          <p:nvPr>
            <p:ph type="body" hasCustomPrompt="1"/>
          </p:nvPr>
        </p:nvSpPr>
        <p:spPr>
          <a:xfrm>
            <a:off x="343080" y="1276560"/>
            <a:ext cx="5790960" cy="4971240"/>
          </a:xfrm>
          <a:prstGeom prst="rect">
            <a:avLst/>
          </a:prstGeom>
          <a:noFill/>
          <a:ln w="0">
            <a:noFill/>
          </a:ln>
        </p:spPr>
        <p:txBody>
          <a:bodyPr lIns="91440" tIns="45720" rIns="91440" bIns="45720" anchor="t">
            <a:noAutofit/>
          </a:bodyPr>
          <a:lstStyle>
            <a:lvl1pPr indent="0" algn="l" defTabSz="914400">
              <a:lnSpc>
                <a:spcPct val="100000"/>
              </a:lnSpc>
              <a:spcAft>
                <a:spcPts val="799"/>
              </a:spcAft>
              <a:buNone/>
              <a:tabLst>
                <a:tab pos="0" algn="l"/>
              </a:tabLst>
              <a:defRPr lang="en-US" sz="2000" b="0" u="none" strike="noStrike">
                <a:solidFill>
                  <a:schemeClr val="dk2"/>
                </a:solidFill>
                <a:effectLst/>
                <a:uFillTx/>
                <a:latin typeface="Times New Roman"/>
              </a:defRPr>
            </a:lvl1pPr>
            <a:lvl2pPr lvl="1" algn="l" defTabSz="914400">
              <a:lnSpc>
                <a:spcPct val="100000"/>
              </a:lnSpc>
              <a:spcBef>
                <a:spcPts val="799"/>
              </a:spcBef>
              <a:spcAft>
                <a:spcPts val="799"/>
              </a:spcAft>
              <a:buClr>
                <a:srgbClr val="000000"/>
              </a:buClr>
              <a:buFont typeface="Arial"/>
              <a:buChar char="•"/>
              <a:tabLst>
                <a:tab pos="0" algn="l"/>
              </a:tabLst>
              <a:defRPr lang="en-US" sz="2000" b="0" u="none" strike="noStrike">
                <a:solidFill>
                  <a:schemeClr val="dk2"/>
                </a:solidFill>
                <a:effectLst/>
                <a:uFillTx/>
                <a:latin typeface="Times New Roman"/>
              </a:defRPr>
            </a:lvl2pPr>
            <a:lvl3pPr lvl="2" algn="l" defTabSz="914400">
              <a:lnSpc>
                <a:spcPct val="100000"/>
              </a:lnSpc>
              <a:spcBef>
                <a:spcPts val="799"/>
              </a:spcBef>
              <a:spcAft>
                <a:spcPts val="799"/>
              </a:spcAft>
              <a:buClr>
                <a:srgbClr val="000000"/>
              </a:buClr>
              <a:buFont typeface="Arial"/>
              <a:buChar char="•"/>
              <a:tabLst>
                <a:tab pos="0" algn="l"/>
              </a:tabLst>
              <a:defRPr lang="en-US" sz="1800" b="0" u="none" strike="noStrike">
                <a:solidFill>
                  <a:schemeClr val="dk2"/>
                </a:solidFill>
                <a:effectLst/>
                <a:uFillTx/>
                <a:latin typeface="Times New Roman"/>
              </a:defRPr>
            </a:lvl3pPr>
          </a:lstStyle>
          <a:p>
            <a:pPr indent="0" algn="l" defTabSz="914400">
              <a:lnSpc>
                <a:spcPct val="100000"/>
              </a:lnSpc>
              <a:spcAft>
                <a:spcPts val="799"/>
              </a:spcAft>
              <a:buNone/>
              <a:tabLst>
                <a:tab pos="0" algn="l"/>
              </a:tabLst>
            </a:pPr>
            <a:r>
              <a:rPr lang="en-US" sz="2000" b="0" u="none" strike="noStrike">
                <a:solidFill>
                  <a:schemeClr val="dk2"/>
                </a:solidFill>
                <a:effectLst/>
                <a:uFillTx/>
                <a:latin typeface="Times New Roman"/>
              </a:rPr>
              <a:t>Slide Content</a:t>
            </a:r>
            <a:endParaRPr lang="en-US" sz="2000" b="0" u="none" strike="noStrike">
              <a:solidFill>
                <a:schemeClr val="dk1">
                  <a:lumMod val="65000"/>
                  <a:lumOff val="35000"/>
                </a:schemeClr>
              </a:solidFill>
              <a:effectLst/>
              <a:uFillTx/>
              <a:latin typeface="Times New Roman"/>
            </a:endParaRPr>
          </a:p>
          <a:p>
            <a:pPr marL="344520" lvl="1" indent="-343080" algn="l" defTabSz="914400">
              <a:lnSpc>
                <a:spcPct val="100000"/>
              </a:lnSpc>
              <a:spcBef>
                <a:spcPts val="799"/>
              </a:spcBef>
              <a:spcAft>
                <a:spcPts val="799"/>
              </a:spcAft>
              <a:buClr>
                <a:srgbClr val="000000"/>
              </a:buClr>
              <a:buFont typeface="Arial"/>
              <a:buChar char="•"/>
              <a:tabLst>
                <a:tab pos="0" algn="l"/>
              </a:tabLst>
            </a:pPr>
            <a:r>
              <a:rPr lang="en-US" sz="2000" b="0" u="none" strike="noStrike">
                <a:solidFill>
                  <a:schemeClr val="dk2"/>
                </a:solidFill>
                <a:effectLst/>
                <a:uFillTx/>
                <a:latin typeface="Times New Roman"/>
              </a:rPr>
              <a:t>Second level</a:t>
            </a:r>
            <a:endParaRPr lang="en-US" sz="2000" b="0" u="none" strike="noStrike">
              <a:solidFill>
                <a:schemeClr val="dk2"/>
              </a:solidFill>
              <a:effectLst/>
              <a:uFillTx/>
              <a:latin typeface="Times New Roman"/>
            </a:endParaRPr>
          </a:p>
          <a:p>
            <a:pPr marL="517680" lvl="2" indent="-285840" algn="l" defTabSz="914400">
              <a:lnSpc>
                <a:spcPct val="100000"/>
              </a:lnSpc>
              <a:spcBef>
                <a:spcPts val="799"/>
              </a:spcBef>
              <a:spcAft>
                <a:spcPts val="799"/>
              </a:spcAft>
              <a:buClr>
                <a:srgbClr val="000000"/>
              </a:buClr>
              <a:buFont typeface="Arial"/>
              <a:buChar char="•"/>
              <a:tabLst>
                <a:tab pos="0" algn="l"/>
              </a:tabLst>
            </a:pPr>
            <a:r>
              <a:rPr lang="en-US" sz="1800" b="0" u="none" strike="noStrike">
                <a:solidFill>
                  <a:schemeClr val="dk2"/>
                </a:solidFill>
                <a:effectLst/>
                <a:uFillTx/>
                <a:latin typeface="Times New Roman"/>
              </a:rPr>
              <a:t>Third level</a:t>
            </a:r>
            <a:endParaRPr lang="en-US" sz="1800" b="0" u="none" strike="noStrike">
              <a:solidFill>
                <a:schemeClr val="dk2"/>
              </a:solidFill>
              <a:effectLst/>
              <a:uFillTx/>
              <a:latin typeface="Times New Roman"/>
            </a:endParaRPr>
          </a:p>
        </p:txBody>
      </p:sp>
      <p:sp>
        <p:nvSpPr>
          <p:cNvPr id="73" name="PlaceHolder 3"/>
          <p:cNvSpPr>
            <a:spLocks noGrp="1"/>
          </p:cNvSpPr>
          <p:nvPr>
            <p:ph type="body" hasCustomPrompt="1"/>
          </p:nvPr>
        </p:nvSpPr>
        <p:spPr>
          <a:xfrm>
            <a:off x="6418080" y="1257480"/>
            <a:ext cx="2382840" cy="4990680"/>
          </a:xfrm>
          <a:prstGeom prst="rect">
            <a:avLst/>
          </a:prstGeom>
          <a:noFill/>
          <a:ln w="0">
            <a:noFill/>
          </a:ln>
        </p:spPr>
        <p:txBody>
          <a:bodyPr lIns="91440" tIns="45720" rIns="91440" bIns="45720" anchor="t">
            <a:noAutofit/>
          </a:bodyPr>
          <a:lstStyle>
            <a:lvl1pPr indent="0" algn="l" defTabSz="914400">
              <a:lnSpc>
                <a:spcPct val="100000"/>
              </a:lnSpc>
              <a:spcAft>
                <a:spcPts val="799"/>
              </a:spcAft>
              <a:buNone/>
              <a:tabLst>
                <a:tab pos="0" algn="l"/>
              </a:tabLst>
              <a:defRPr lang="en-US" sz="2000" b="0" u="none" strike="noStrike">
                <a:solidFill>
                  <a:schemeClr val="dk2"/>
                </a:solidFill>
                <a:effectLst/>
                <a:uFillTx/>
                <a:latin typeface="Times New Roman"/>
              </a:defRPr>
            </a:lvl1pPr>
            <a:lvl2pPr lvl="1" algn="l" defTabSz="914400">
              <a:lnSpc>
                <a:spcPct val="100000"/>
              </a:lnSpc>
              <a:spcBef>
                <a:spcPts val="799"/>
              </a:spcBef>
              <a:spcAft>
                <a:spcPts val="799"/>
              </a:spcAft>
              <a:buClr>
                <a:srgbClr val="000000"/>
              </a:buClr>
              <a:buFont typeface="Arial"/>
              <a:buChar char="•"/>
              <a:tabLst>
                <a:tab pos="0" algn="l"/>
              </a:tabLst>
              <a:defRPr lang="en-US" sz="2000" b="0" u="none" strike="noStrike">
                <a:solidFill>
                  <a:schemeClr val="dk2"/>
                </a:solidFill>
                <a:effectLst/>
                <a:uFillTx/>
                <a:latin typeface="Times New Roman"/>
              </a:defRPr>
            </a:lvl2pPr>
            <a:lvl3pPr lvl="2" algn="l" defTabSz="914400">
              <a:lnSpc>
                <a:spcPct val="100000"/>
              </a:lnSpc>
              <a:spcBef>
                <a:spcPts val="799"/>
              </a:spcBef>
              <a:spcAft>
                <a:spcPts val="799"/>
              </a:spcAft>
              <a:buClr>
                <a:srgbClr val="000000"/>
              </a:buClr>
              <a:buFont typeface="Arial"/>
              <a:buChar char="•"/>
              <a:tabLst>
                <a:tab pos="0" algn="l"/>
              </a:tabLst>
              <a:defRPr lang="en-US" sz="1800" b="0" u="none" strike="noStrike">
                <a:solidFill>
                  <a:schemeClr val="dk2"/>
                </a:solidFill>
                <a:effectLst/>
                <a:uFillTx/>
                <a:latin typeface="Times New Roman"/>
              </a:defRPr>
            </a:lvl3pPr>
          </a:lstStyle>
          <a:p>
            <a:pPr indent="0" algn="l" defTabSz="914400">
              <a:lnSpc>
                <a:spcPct val="100000"/>
              </a:lnSpc>
              <a:spcAft>
                <a:spcPts val="799"/>
              </a:spcAft>
              <a:buNone/>
              <a:tabLst>
                <a:tab pos="0" algn="l"/>
              </a:tabLst>
            </a:pPr>
            <a:r>
              <a:rPr lang="en-US" sz="2000" b="0" u="none" strike="noStrike">
                <a:solidFill>
                  <a:schemeClr val="dk2"/>
                </a:solidFill>
                <a:effectLst/>
                <a:uFillTx/>
                <a:latin typeface="Times New Roman"/>
              </a:rPr>
              <a:t>Slide Content 2</a:t>
            </a:r>
            <a:endParaRPr lang="en-US" sz="2000" b="0" u="none" strike="noStrike">
              <a:solidFill>
                <a:schemeClr val="dk1">
                  <a:lumMod val="65000"/>
                  <a:lumOff val="35000"/>
                </a:schemeClr>
              </a:solidFill>
              <a:effectLst/>
              <a:uFillTx/>
              <a:latin typeface="Times New Roman"/>
            </a:endParaRPr>
          </a:p>
          <a:p>
            <a:pPr marL="344520" lvl="1" indent="-343080" algn="l" defTabSz="914400">
              <a:lnSpc>
                <a:spcPct val="100000"/>
              </a:lnSpc>
              <a:spcBef>
                <a:spcPts val="799"/>
              </a:spcBef>
              <a:spcAft>
                <a:spcPts val="799"/>
              </a:spcAft>
              <a:buClr>
                <a:srgbClr val="000000"/>
              </a:buClr>
              <a:buFont typeface="Arial"/>
              <a:buChar char="•"/>
              <a:tabLst>
                <a:tab pos="0" algn="l"/>
              </a:tabLst>
            </a:pPr>
            <a:r>
              <a:rPr lang="en-US" sz="2000" b="0" u="none" strike="noStrike">
                <a:solidFill>
                  <a:schemeClr val="dk2"/>
                </a:solidFill>
                <a:effectLst/>
                <a:uFillTx/>
                <a:latin typeface="Times New Roman"/>
              </a:rPr>
              <a:t>Second level</a:t>
            </a:r>
            <a:endParaRPr lang="en-US" sz="2000" b="0" u="none" strike="noStrike">
              <a:solidFill>
                <a:schemeClr val="dk2"/>
              </a:solidFill>
              <a:effectLst/>
              <a:uFillTx/>
              <a:latin typeface="Times New Roman"/>
            </a:endParaRPr>
          </a:p>
          <a:p>
            <a:pPr marL="517680" lvl="2" indent="-285840" algn="l" defTabSz="914400">
              <a:lnSpc>
                <a:spcPct val="100000"/>
              </a:lnSpc>
              <a:spcBef>
                <a:spcPts val="799"/>
              </a:spcBef>
              <a:spcAft>
                <a:spcPts val="799"/>
              </a:spcAft>
              <a:buClr>
                <a:srgbClr val="000000"/>
              </a:buClr>
              <a:buFont typeface="Arial"/>
              <a:buChar char="•"/>
              <a:tabLst>
                <a:tab pos="0" algn="l"/>
              </a:tabLst>
            </a:pPr>
            <a:r>
              <a:rPr lang="en-US" sz="1800" b="0" u="none" strike="noStrike">
                <a:solidFill>
                  <a:schemeClr val="dk2"/>
                </a:solidFill>
                <a:effectLst/>
                <a:uFillTx/>
                <a:latin typeface="Times New Roman"/>
              </a:rPr>
              <a:t>Third level</a:t>
            </a:r>
            <a:endParaRPr lang="en-US" sz="1800" b="0" u="none" strike="noStrike">
              <a:solidFill>
                <a:schemeClr val="dk2"/>
              </a:solidFill>
              <a:effectLst/>
              <a:uFillTx/>
              <a:latin typeface="Times New Roman"/>
            </a:endParaRPr>
          </a:p>
        </p:txBody>
      </p:sp>
      <p:sp>
        <p:nvSpPr>
          <p:cNvPr id="74" name="PlaceHolder 4"/>
          <p:cNvSpPr>
            <a:spLocks noGrp="1"/>
          </p:cNvSpPr>
          <p:nvPr>
            <p:ph type="body" hasCustomPrompt="1"/>
          </p:nvPr>
        </p:nvSpPr>
        <p:spPr>
          <a:xfrm>
            <a:off x="3369600" y="6324480"/>
            <a:ext cx="2404440" cy="190080"/>
          </a:xfrm>
          <a:prstGeom prst="rect">
            <a:avLst/>
          </a:prstGeom>
          <a:noFill/>
          <a:ln w="0">
            <a:noFill/>
          </a:ln>
        </p:spPr>
        <p:txBody>
          <a:bodyPr lIns="91440" tIns="45720" rIns="91440" bIns="45720" anchor="b">
            <a:noAutofit/>
          </a:bodyPr>
          <a:lstStyle>
            <a:lvl1pPr indent="0" algn="ctr" defTabSz="914400">
              <a:lnSpc>
                <a:spcPct val="100000"/>
              </a:lnSpc>
              <a:spcAft>
                <a:spcPts val="799"/>
              </a:spcAft>
              <a:buNone/>
              <a:tabLst>
                <a:tab pos="0" algn="l"/>
              </a:tabLst>
              <a:defRPr lang="en-US" sz="900" b="0" u="none" strike="noStrike">
                <a:solidFill>
                  <a:schemeClr val="dk2"/>
                </a:solidFill>
                <a:effectLst/>
                <a:uFillTx/>
                <a:latin typeface="Times New Roman"/>
              </a:defRPr>
            </a:lvl1pPr>
          </a:lstStyle>
          <a:p>
            <a:pPr indent="0" algn="ctr" defTabSz="914400">
              <a:lnSpc>
                <a:spcPct val="100000"/>
              </a:lnSpc>
              <a:spcAft>
                <a:spcPts val="799"/>
              </a:spcAft>
              <a:buNone/>
              <a:tabLst>
                <a:tab pos="0" algn="l"/>
              </a:tabLst>
            </a:pPr>
            <a:r>
              <a:rPr lang="en-US" sz="900" b="0" u="none" strike="noStrike">
                <a:solidFill>
                  <a:schemeClr val="dk2"/>
                </a:solidFill>
                <a:effectLst/>
                <a:uFillTx/>
                <a:latin typeface="Times New Roman"/>
              </a:rPr>
              <a:t>Add text alternative link, if needed.</a:t>
            </a:r>
            <a:endParaRPr lang="en-US" sz="900" b="0" u="none" strike="noStrike">
              <a:solidFill>
                <a:schemeClr val="dk1">
                  <a:lumMod val="65000"/>
                  <a:lumOff val="35000"/>
                </a:schemeClr>
              </a:solidFill>
              <a:effectLst/>
              <a:uFillTx/>
              <a:latin typeface="Times New Roman"/>
            </a:endParaRPr>
          </a:p>
        </p:txBody>
      </p:sp>
      <p:sp>
        <p:nvSpPr>
          <p:cNvPr id="75" name="PlaceHolder 5"/>
          <p:cNvSpPr>
            <a:spLocks noGrp="1"/>
          </p:cNvSpPr>
          <p:nvPr>
            <p:ph type="body" hasCustomPrompt="1"/>
          </p:nvPr>
        </p:nvSpPr>
        <p:spPr>
          <a:xfrm>
            <a:off x="1562040" y="6684840"/>
            <a:ext cx="6971760" cy="172800"/>
          </a:xfrm>
          <a:prstGeom prst="rect">
            <a:avLst/>
          </a:prstGeom>
          <a:noFill/>
          <a:ln w="0">
            <a:noFill/>
          </a:ln>
        </p:spPr>
        <p:txBody>
          <a:bodyPr lIns="91440" tIns="45720" rIns="91440" bIns="45720" anchor="ctr">
            <a:noAutofit/>
          </a:bodyPr>
          <a:lstStyle>
            <a:lvl1pPr indent="0" algn="r" defTabSz="914400">
              <a:lnSpc>
                <a:spcPct val="100000"/>
              </a:lnSpc>
              <a:spcAft>
                <a:spcPts val="799"/>
              </a:spcAft>
              <a:buNone/>
              <a:tabLst>
                <a:tab pos="0" algn="l"/>
              </a:tabLst>
              <a:defRPr lang="en-US" sz="800" b="0" u="none" strike="noStrike">
                <a:solidFill>
                  <a:schemeClr val="dk1">
                    <a:lumMod val="65000"/>
                    <a:lumOff val="35000"/>
                  </a:schemeClr>
                </a:solidFill>
                <a:effectLst/>
                <a:uFillTx/>
                <a:latin typeface="Times New Roman"/>
              </a:defRPr>
            </a:lvl1pPr>
          </a:lstStyle>
          <a:p>
            <a:pPr indent="0" algn="r" defTabSz="914400">
              <a:lnSpc>
                <a:spcPct val="100000"/>
              </a:lnSpc>
              <a:spcAft>
                <a:spcPts val="799"/>
              </a:spcAft>
              <a:buNone/>
              <a:tabLst>
                <a:tab pos="0" algn="l"/>
              </a:tabLst>
            </a:pPr>
            <a:r>
              <a:rPr lang="en-US" sz="800" b="0" u="none" strike="noStrike">
                <a:solidFill>
                  <a:schemeClr val="dk1">
                    <a:lumMod val="65000"/>
                    <a:lumOff val="35000"/>
                  </a:schemeClr>
                </a:solidFill>
                <a:effectLst/>
                <a:uFillTx/>
                <a:latin typeface="Times New Roman"/>
              </a:rPr>
              <a:t>Insert Image Credit Here</a:t>
            </a:r>
            <a:endParaRPr lang="en-US" sz="800" b="0" u="none" strike="noStrike">
              <a:solidFill>
                <a:schemeClr val="dk1">
                  <a:lumMod val="65000"/>
                  <a:lumOff val="35000"/>
                </a:schemeClr>
              </a:solidFill>
              <a:effectLst/>
              <a:uFillTx/>
              <a:latin typeface="Times New Roman"/>
            </a:endParaRPr>
          </a:p>
        </p:txBody>
      </p:sp>
      <p:sp>
        <p:nvSpPr>
          <p:cNvPr id="76" name="PlaceHolder 6"/>
          <p:cNvSpPr>
            <a:spLocks noGrp="1"/>
          </p:cNvSpPr>
          <p:nvPr>
            <p:ph type="sldNum" idx="8"/>
          </p:nvPr>
        </p:nvSpPr>
        <p:spPr>
          <a:xfrm>
            <a:off x="8626320" y="6673680"/>
            <a:ext cx="355320" cy="160920"/>
          </a:xfrm>
          <a:prstGeom prst="rect">
            <a:avLst/>
          </a:prstGeom>
          <a:noFill/>
          <a:ln w="0">
            <a:noFill/>
          </a:ln>
        </p:spPr>
        <p:txBody>
          <a:bodyPr lIns="45720" tIns="45720" rIns="45720" bIns="45720" anchor="ctr">
            <a:noAutofit/>
          </a:bodyPr>
          <a:lstStyle>
            <a:lvl1pPr indent="0" algn="r" defTabSz="914400">
              <a:lnSpc>
                <a:spcPct val="100000"/>
              </a:lnSpc>
              <a:buNone/>
              <a:defRPr lang="en-US" sz="800" b="0" u="none" strike="noStrike">
                <a:solidFill>
                  <a:schemeClr val="dk1">
                    <a:lumMod val="65000"/>
                    <a:lumOff val="35000"/>
                  </a:schemeClr>
                </a:solidFill>
                <a:effectLst/>
                <a:uFillTx/>
                <a:latin typeface="Times New Roman"/>
              </a:defRPr>
            </a:lvl1pPr>
          </a:lstStyle>
          <a:p>
            <a:pPr indent="0" algn="r" defTabSz="914400">
              <a:lnSpc>
                <a:spcPct val="100000"/>
              </a:lnSpc>
              <a:buNone/>
            </a:pPr>
            <a:fld id="{3A90D3A0-C64A-4D4A-8F7A-6FF32A50D937}" type="slidenum">
              <a:rPr lang="en-US" sz="800" b="0" u="none" strike="noStrike">
                <a:solidFill>
                  <a:schemeClr val="dk1">
                    <a:lumMod val="65000"/>
                    <a:lumOff val="35000"/>
                  </a:schemeClr>
                </a:solidFill>
                <a:effectLst/>
                <a:uFillTx/>
                <a:latin typeface="Times New Roman"/>
              </a:rPr>
              <a:t>&lt;number&gt;</a:t>
            </a:fld>
            <a:endParaRPr lang="en-US" sz="8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ree with Third as Accent">
    <p:bg>
      <p:bgPr>
        <a:solidFill>
          <a:srgbClr val="FFFFFF"/>
        </a:solidFill>
      </p:bgPr>
    </p:bg>
    <p:spTree>
      <p:nvGrpSpPr>
        <p:cNvPr id="1" name=""/>
        <p:cNvGrpSpPr/>
        <p:nvPr/>
      </p:nvGrpSpPr>
      <p:grpSpPr>
        <a:xfrm>
          <a:off x="0" y="0"/>
          <a:ext cx="0" cy="0"/>
          <a:chOff x="0" y="0"/>
          <a:chExt cx="0" cy="0"/>
        </a:xfrm>
      </p:grpSpPr>
      <p:sp>
        <p:nvSpPr>
          <p:cNvPr id="77" name="MGH Yellow Line">
            <a:extLst>
              <a:ext uri="{C183D7F6-B498-43B3-948B-1728B52AA6E4}">
                <adec:decorative xmlns:adec="http://schemas.microsoft.com/office/drawing/2017/decorative" val="1"/>
              </a:ext>
            </a:extLst>
          </p:cNvPr>
          <p:cNvSpPr/>
          <p:nvPr/>
        </p:nvSpPr>
        <p:spPr>
          <a:xfrm>
            <a:off x="0" y="6622200"/>
            <a:ext cx="9143640" cy="543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9720" rIns="90000" bIns="9720" anchor="ctr">
            <a:noAutofit/>
          </a:bodyPr>
          <a:p>
            <a:endParaRPr lang="en-US" sz="1800" b="0" u="none" strike="noStrike">
              <a:solidFill>
                <a:schemeClr val="lt1"/>
              </a:solidFill>
              <a:effectLst/>
              <a:uFillTx/>
              <a:latin typeface="Times New Roman"/>
            </a:endParaRPr>
          </a:p>
        </p:txBody>
      </p:sp>
      <p:sp>
        <p:nvSpPr>
          <p:cNvPr id="78" name="Short Copyright"/>
          <p:cNvSpPr/>
          <p:nvPr/>
        </p:nvSpPr>
        <p:spPr>
          <a:xfrm>
            <a:off x="215640" y="6664320"/>
            <a:ext cx="1233360" cy="214920"/>
          </a:xfrm>
          <a:prstGeom prst="rect">
            <a:avLst/>
          </a:prstGeom>
          <a:noFill/>
          <a:ln w="0">
            <a:noFill/>
          </a:ln>
        </p:spPr>
        <p:style>
          <a:lnRef idx="0"/>
          <a:fillRef idx="0"/>
          <a:effectRef idx="0"/>
          <a:fontRef idx="minor"/>
        </p:style>
        <p:txBody>
          <a:bodyPr lIns="45720" tIns="45000" rIns="45720" bIns="45000" anchor="ctr">
            <a:spAutoFit/>
          </a:bodyPr>
          <a:p>
            <a:pPr defTabSz="914400">
              <a:lnSpc>
                <a:spcPct val="100000"/>
              </a:lnSpc>
            </a:pPr>
            <a:r>
              <a:rPr lang="en-US" sz="800" b="0" u="none" strike="noStrike">
                <a:solidFill>
                  <a:schemeClr val="dk1">
                    <a:lumMod val="65000"/>
                    <a:lumOff val="35000"/>
                  </a:schemeClr>
                </a:solidFill>
                <a:effectLst/>
                <a:uFillTx/>
                <a:latin typeface="Times New Roman"/>
              </a:rPr>
              <a:t>© McGraw Hill</a:t>
            </a:r>
            <a:endParaRPr lang="en-US" sz="800" b="0" u="none" strike="noStrike">
              <a:solidFill>
                <a:srgbClr val="000000"/>
              </a:solidFill>
              <a:effectLst/>
              <a:uFillTx/>
              <a:latin typeface="Arial"/>
            </a:endParaRPr>
          </a:p>
        </p:txBody>
      </p:sp>
      <p:sp>
        <p:nvSpPr>
          <p:cNvPr id="79" name="PlaceHolder 1"/>
          <p:cNvSpPr>
            <a:spLocks noGrp="1"/>
          </p:cNvSpPr>
          <p:nvPr>
            <p:ph type="title" hasCustomPrompt="1"/>
          </p:nvPr>
        </p:nvSpPr>
        <p:spPr>
          <a:xfrm>
            <a:off x="343080" y="304920"/>
            <a:ext cx="8457840" cy="678240"/>
          </a:xfrm>
          <a:prstGeom prst="rect">
            <a:avLst/>
          </a:prstGeom>
          <a:noFill/>
          <a:ln w="0">
            <a:noFill/>
          </a:ln>
        </p:spPr>
        <p:txBody>
          <a:bodyPr lIns="91440" tIns="45720" rIns="91440" bIns="45720" anchor="ctr">
            <a:normAutofit/>
          </a:bodyPr>
          <a:lstStyle>
            <a:lvl1pPr indent="0" algn="l" defTabSz="914400">
              <a:lnSpc>
                <a:spcPct val="90000"/>
              </a:lnSpc>
              <a:buNone/>
              <a:defRPr lang="en-US" sz="4000" b="1" u="none" strike="noStrike">
                <a:solidFill>
                  <a:schemeClr val="dk2"/>
                </a:solidFill>
                <a:effectLst/>
                <a:uFillTx/>
                <a:latin typeface="Times New Roman"/>
              </a:defRPr>
            </a:lvl1pPr>
          </a:lstStyle>
          <a:p>
            <a:pPr indent="0" algn="l" defTabSz="914400">
              <a:lnSpc>
                <a:spcPct val="90000"/>
              </a:lnSpc>
              <a:buNone/>
            </a:pPr>
            <a:r>
              <a:rPr lang="en-US" sz="4000" b="1" u="none" strike="noStrike">
                <a:solidFill>
                  <a:schemeClr val="dk2"/>
                </a:solidFill>
                <a:effectLst/>
                <a:uFillTx/>
                <a:latin typeface="Times New Roman"/>
              </a:rPr>
              <a:t>Slide Title</a:t>
            </a:r>
            <a:endParaRPr lang="en-US" sz="4000" b="1" u="none" strike="noStrike">
              <a:solidFill>
                <a:schemeClr val="dk2"/>
              </a:solidFill>
              <a:effectLst/>
              <a:uFillTx/>
              <a:latin typeface="Times New Roman"/>
            </a:endParaRPr>
          </a:p>
        </p:txBody>
      </p:sp>
      <p:sp>
        <p:nvSpPr>
          <p:cNvPr id="80" name="PlaceHolder 2"/>
          <p:cNvSpPr>
            <a:spLocks noGrp="1"/>
          </p:cNvSpPr>
          <p:nvPr>
            <p:ph type="body" hasCustomPrompt="1"/>
          </p:nvPr>
        </p:nvSpPr>
        <p:spPr>
          <a:xfrm>
            <a:off x="343080" y="1276560"/>
            <a:ext cx="8457840" cy="2837880"/>
          </a:xfrm>
          <a:prstGeom prst="rect">
            <a:avLst/>
          </a:prstGeom>
          <a:noFill/>
          <a:ln w="0">
            <a:noFill/>
          </a:ln>
        </p:spPr>
        <p:txBody>
          <a:bodyPr lIns="91440" tIns="45720" rIns="91440" bIns="45720" anchor="t">
            <a:noAutofit/>
          </a:bodyPr>
          <a:lstStyle>
            <a:lvl1pPr indent="0" algn="l" defTabSz="914400">
              <a:lnSpc>
                <a:spcPct val="100000"/>
              </a:lnSpc>
              <a:spcAft>
                <a:spcPts val="799"/>
              </a:spcAft>
              <a:buNone/>
              <a:tabLst>
                <a:tab pos="0" algn="l"/>
              </a:tabLst>
              <a:defRPr lang="en-US" sz="2000" b="0" u="none" strike="noStrike">
                <a:solidFill>
                  <a:schemeClr val="dk2"/>
                </a:solidFill>
                <a:effectLst/>
                <a:uFillTx/>
                <a:latin typeface="Times New Roman"/>
              </a:defRPr>
            </a:lvl1pPr>
            <a:lvl2pPr lvl="1" algn="l" defTabSz="914400">
              <a:lnSpc>
                <a:spcPct val="100000"/>
              </a:lnSpc>
              <a:spcBef>
                <a:spcPts val="799"/>
              </a:spcBef>
              <a:spcAft>
                <a:spcPts val="799"/>
              </a:spcAft>
              <a:buClr>
                <a:srgbClr val="000000"/>
              </a:buClr>
              <a:buFont typeface="Arial"/>
              <a:buChar char="•"/>
              <a:tabLst>
                <a:tab pos="0" algn="l"/>
              </a:tabLst>
              <a:defRPr lang="en-US" sz="2000" b="0" u="none" strike="noStrike">
                <a:solidFill>
                  <a:schemeClr val="dk2"/>
                </a:solidFill>
                <a:effectLst/>
                <a:uFillTx/>
                <a:latin typeface="Times New Roman"/>
              </a:defRPr>
            </a:lvl2pPr>
            <a:lvl3pPr lvl="2" algn="l" defTabSz="914400">
              <a:lnSpc>
                <a:spcPct val="100000"/>
              </a:lnSpc>
              <a:spcBef>
                <a:spcPts val="799"/>
              </a:spcBef>
              <a:spcAft>
                <a:spcPts val="799"/>
              </a:spcAft>
              <a:buClr>
                <a:srgbClr val="000000"/>
              </a:buClr>
              <a:buFont typeface="Arial"/>
              <a:buChar char="•"/>
              <a:tabLst>
                <a:tab pos="0" algn="l"/>
              </a:tabLst>
              <a:defRPr lang="en-US" sz="1800" b="0" u="none" strike="noStrike">
                <a:solidFill>
                  <a:schemeClr val="dk2"/>
                </a:solidFill>
                <a:effectLst/>
                <a:uFillTx/>
                <a:latin typeface="Times New Roman"/>
              </a:defRPr>
            </a:lvl3pPr>
          </a:lstStyle>
          <a:p>
            <a:pPr indent="0" algn="l" defTabSz="914400">
              <a:lnSpc>
                <a:spcPct val="100000"/>
              </a:lnSpc>
              <a:spcAft>
                <a:spcPts val="799"/>
              </a:spcAft>
              <a:buNone/>
              <a:tabLst>
                <a:tab pos="0" algn="l"/>
              </a:tabLst>
            </a:pPr>
            <a:r>
              <a:rPr lang="en-US" sz="2000" b="0" u="none" strike="noStrike">
                <a:solidFill>
                  <a:schemeClr val="dk2"/>
                </a:solidFill>
                <a:effectLst/>
                <a:uFillTx/>
                <a:latin typeface="Times New Roman"/>
              </a:rPr>
              <a:t>Slide Content</a:t>
            </a:r>
            <a:endParaRPr lang="en-US" sz="2000" b="0" u="none" strike="noStrike">
              <a:solidFill>
                <a:schemeClr val="dk1">
                  <a:lumMod val="65000"/>
                  <a:lumOff val="35000"/>
                </a:schemeClr>
              </a:solidFill>
              <a:effectLst/>
              <a:uFillTx/>
              <a:latin typeface="Times New Roman"/>
            </a:endParaRPr>
          </a:p>
          <a:p>
            <a:pPr marL="344520" lvl="1" indent="-343080" algn="l" defTabSz="914400">
              <a:lnSpc>
                <a:spcPct val="100000"/>
              </a:lnSpc>
              <a:spcBef>
                <a:spcPts val="799"/>
              </a:spcBef>
              <a:spcAft>
                <a:spcPts val="799"/>
              </a:spcAft>
              <a:buClr>
                <a:srgbClr val="000000"/>
              </a:buClr>
              <a:buFont typeface="Arial"/>
              <a:buChar char="•"/>
              <a:tabLst>
                <a:tab pos="0" algn="l"/>
              </a:tabLst>
            </a:pPr>
            <a:r>
              <a:rPr lang="en-US" sz="2000" b="0" u="none" strike="noStrike">
                <a:solidFill>
                  <a:schemeClr val="dk2"/>
                </a:solidFill>
                <a:effectLst/>
                <a:uFillTx/>
                <a:latin typeface="Times New Roman"/>
              </a:rPr>
              <a:t>Second level</a:t>
            </a:r>
            <a:endParaRPr lang="en-US" sz="2000" b="0" u="none" strike="noStrike">
              <a:solidFill>
                <a:schemeClr val="dk2"/>
              </a:solidFill>
              <a:effectLst/>
              <a:uFillTx/>
              <a:latin typeface="Times New Roman"/>
            </a:endParaRPr>
          </a:p>
          <a:p>
            <a:pPr marL="517680" lvl="2" indent="-285840" algn="l" defTabSz="914400">
              <a:lnSpc>
                <a:spcPct val="100000"/>
              </a:lnSpc>
              <a:spcBef>
                <a:spcPts val="799"/>
              </a:spcBef>
              <a:spcAft>
                <a:spcPts val="799"/>
              </a:spcAft>
              <a:buClr>
                <a:srgbClr val="000000"/>
              </a:buClr>
              <a:buFont typeface="Arial"/>
              <a:buChar char="•"/>
              <a:tabLst>
                <a:tab pos="0" algn="l"/>
              </a:tabLst>
            </a:pPr>
            <a:r>
              <a:rPr lang="en-US" sz="1800" b="0" u="none" strike="noStrike">
                <a:solidFill>
                  <a:schemeClr val="dk2"/>
                </a:solidFill>
                <a:effectLst/>
                <a:uFillTx/>
                <a:latin typeface="Times New Roman"/>
              </a:rPr>
              <a:t>Third level</a:t>
            </a:r>
            <a:endParaRPr lang="en-US" sz="1800" b="0" u="none" strike="noStrike">
              <a:solidFill>
                <a:schemeClr val="dk2"/>
              </a:solidFill>
              <a:effectLst/>
              <a:uFillTx/>
              <a:latin typeface="Times New Roman"/>
            </a:endParaRPr>
          </a:p>
        </p:txBody>
      </p:sp>
      <p:sp>
        <p:nvSpPr>
          <p:cNvPr id="81" name="PlaceHolder 3"/>
          <p:cNvSpPr>
            <a:spLocks noGrp="1"/>
          </p:cNvSpPr>
          <p:nvPr>
            <p:ph type="body" hasCustomPrompt="1"/>
          </p:nvPr>
        </p:nvSpPr>
        <p:spPr>
          <a:xfrm>
            <a:off x="343080" y="4343400"/>
            <a:ext cx="5790960" cy="1904760"/>
          </a:xfrm>
          <a:prstGeom prst="rect">
            <a:avLst/>
          </a:prstGeom>
          <a:noFill/>
          <a:ln w="0">
            <a:noFill/>
          </a:ln>
        </p:spPr>
        <p:txBody>
          <a:bodyPr lIns="91440" tIns="45720" rIns="91440" bIns="45720" anchor="t">
            <a:noAutofit/>
          </a:bodyPr>
          <a:lstStyle>
            <a:lvl1pPr indent="0" algn="l" defTabSz="914400">
              <a:lnSpc>
                <a:spcPct val="100000"/>
              </a:lnSpc>
              <a:spcAft>
                <a:spcPts val="799"/>
              </a:spcAft>
              <a:buNone/>
              <a:tabLst>
                <a:tab pos="0" algn="l"/>
              </a:tabLst>
              <a:defRPr lang="en-US" sz="2000" b="0" u="none" strike="noStrike">
                <a:solidFill>
                  <a:schemeClr val="dk2"/>
                </a:solidFill>
                <a:effectLst/>
                <a:uFillTx/>
                <a:latin typeface="Times New Roman"/>
              </a:defRPr>
            </a:lvl1pPr>
            <a:lvl2pPr lvl="1" algn="l" defTabSz="914400">
              <a:lnSpc>
                <a:spcPct val="100000"/>
              </a:lnSpc>
              <a:spcBef>
                <a:spcPts val="799"/>
              </a:spcBef>
              <a:spcAft>
                <a:spcPts val="799"/>
              </a:spcAft>
              <a:buClr>
                <a:srgbClr val="000000"/>
              </a:buClr>
              <a:buFont typeface="Arial"/>
              <a:buChar char="•"/>
              <a:tabLst>
                <a:tab pos="0" algn="l"/>
              </a:tabLst>
              <a:defRPr lang="en-US" sz="2000" b="0" u="none" strike="noStrike">
                <a:solidFill>
                  <a:schemeClr val="dk2"/>
                </a:solidFill>
                <a:effectLst/>
                <a:uFillTx/>
                <a:latin typeface="Times New Roman"/>
              </a:defRPr>
            </a:lvl2pPr>
            <a:lvl3pPr lvl="2" algn="l" defTabSz="914400">
              <a:lnSpc>
                <a:spcPct val="100000"/>
              </a:lnSpc>
              <a:spcBef>
                <a:spcPts val="799"/>
              </a:spcBef>
              <a:spcAft>
                <a:spcPts val="799"/>
              </a:spcAft>
              <a:buClr>
                <a:srgbClr val="000000"/>
              </a:buClr>
              <a:buFont typeface="Arial"/>
              <a:buChar char="•"/>
              <a:tabLst>
                <a:tab pos="0" algn="l"/>
              </a:tabLst>
              <a:defRPr lang="en-US" sz="1800" b="0" u="none" strike="noStrike">
                <a:solidFill>
                  <a:schemeClr val="dk2"/>
                </a:solidFill>
                <a:effectLst/>
                <a:uFillTx/>
                <a:latin typeface="Times New Roman"/>
              </a:defRPr>
            </a:lvl3pPr>
          </a:lstStyle>
          <a:p>
            <a:pPr indent="0" algn="l" defTabSz="914400">
              <a:lnSpc>
                <a:spcPct val="100000"/>
              </a:lnSpc>
              <a:spcAft>
                <a:spcPts val="799"/>
              </a:spcAft>
              <a:buNone/>
              <a:tabLst>
                <a:tab pos="0" algn="l"/>
              </a:tabLst>
            </a:pPr>
            <a:r>
              <a:rPr lang="en-US" sz="2000" b="0" u="none" strike="noStrike">
                <a:solidFill>
                  <a:schemeClr val="dk2"/>
                </a:solidFill>
                <a:effectLst/>
                <a:uFillTx/>
                <a:latin typeface="Times New Roman"/>
              </a:rPr>
              <a:t>Slide Content 2</a:t>
            </a:r>
            <a:endParaRPr lang="en-US" sz="2000" b="0" u="none" strike="noStrike">
              <a:solidFill>
                <a:schemeClr val="dk1">
                  <a:lumMod val="65000"/>
                  <a:lumOff val="35000"/>
                </a:schemeClr>
              </a:solidFill>
              <a:effectLst/>
              <a:uFillTx/>
              <a:latin typeface="Times New Roman"/>
            </a:endParaRPr>
          </a:p>
          <a:p>
            <a:pPr marL="344520" lvl="1" indent="-343080" algn="l" defTabSz="914400">
              <a:lnSpc>
                <a:spcPct val="100000"/>
              </a:lnSpc>
              <a:spcBef>
                <a:spcPts val="799"/>
              </a:spcBef>
              <a:spcAft>
                <a:spcPts val="799"/>
              </a:spcAft>
              <a:buClr>
                <a:srgbClr val="000000"/>
              </a:buClr>
              <a:buFont typeface="Arial"/>
              <a:buChar char="•"/>
              <a:tabLst>
                <a:tab pos="0" algn="l"/>
              </a:tabLst>
            </a:pPr>
            <a:r>
              <a:rPr lang="en-US" sz="2000" b="0" u="none" strike="noStrike">
                <a:solidFill>
                  <a:schemeClr val="dk2"/>
                </a:solidFill>
                <a:effectLst/>
                <a:uFillTx/>
                <a:latin typeface="Times New Roman"/>
              </a:rPr>
              <a:t>Second level</a:t>
            </a:r>
            <a:endParaRPr lang="en-US" sz="2000" b="0" u="none" strike="noStrike">
              <a:solidFill>
                <a:schemeClr val="dk2"/>
              </a:solidFill>
              <a:effectLst/>
              <a:uFillTx/>
              <a:latin typeface="Times New Roman"/>
            </a:endParaRPr>
          </a:p>
          <a:p>
            <a:pPr marL="517680" lvl="2" indent="-285840" algn="l" defTabSz="914400">
              <a:lnSpc>
                <a:spcPct val="100000"/>
              </a:lnSpc>
              <a:spcBef>
                <a:spcPts val="799"/>
              </a:spcBef>
              <a:spcAft>
                <a:spcPts val="799"/>
              </a:spcAft>
              <a:buClr>
                <a:srgbClr val="000000"/>
              </a:buClr>
              <a:buFont typeface="Arial"/>
              <a:buChar char="•"/>
              <a:tabLst>
                <a:tab pos="0" algn="l"/>
              </a:tabLst>
            </a:pPr>
            <a:r>
              <a:rPr lang="en-US" sz="1800" b="0" u="none" strike="noStrike">
                <a:solidFill>
                  <a:schemeClr val="dk2"/>
                </a:solidFill>
                <a:effectLst/>
                <a:uFillTx/>
                <a:latin typeface="Times New Roman"/>
              </a:rPr>
              <a:t>Third level</a:t>
            </a:r>
            <a:endParaRPr lang="en-US" sz="1800" b="0" u="none" strike="noStrike">
              <a:solidFill>
                <a:schemeClr val="dk2"/>
              </a:solidFill>
              <a:effectLst/>
              <a:uFillTx/>
              <a:latin typeface="Times New Roman"/>
            </a:endParaRPr>
          </a:p>
        </p:txBody>
      </p:sp>
      <p:sp>
        <p:nvSpPr>
          <p:cNvPr id="82" name="PlaceHolder 4"/>
          <p:cNvSpPr>
            <a:spLocks noGrp="1"/>
          </p:cNvSpPr>
          <p:nvPr>
            <p:ph type="body" hasCustomPrompt="1"/>
          </p:nvPr>
        </p:nvSpPr>
        <p:spPr>
          <a:xfrm>
            <a:off x="6400800" y="4343400"/>
            <a:ext cx="2400120" cy="1904760"/>
          </a:xfrm>
          <a:prstGeom prst="rect">
            <a:avLst/>
          </a:prstGeom>
          <a:noFill/>
          <a:ln w="0">
            <a:noFill/>
          </a:ln>
        </p:spPr>
        <p:txBody>
          <a:bodyPr lIns="91440" tIns="45720" rIns="91440" bIns="45720" anchor="t">
            <a:noAutofit/>
          </a:bodyPr>
          <a:lstStyle>
            <a:lvl1pPr indent="0" algn="l" defTabSz="914400">
              <a:lnSpc>
                <a:spcPct val="100000"/>
              </a:lnSpc>
              <a:spcAft>
                <a:spcPts val="799"/>
              </a:spcAft>
              <a:buNone/>
              <a:tabLst>
                <a:tab pos="0" algn="l"/>
              </a:tabLst>
              <a:defRPr lang="en-US" sz="2000" b="0" u="none" strike="noStrike">
                <a:solidFill>
                  <a:schemeClr val="dk2"/>
                </a:solidFill>
                <a:effectLst/>
                <a:uFillTx/>
                <a:latin typeface="Times New Roman"/>
              </a:defRPr>
            </a:lvl1pPr>
            <a:lvl2pPr lvl="1" algn="l" defTabSz="914400">
              <a:lnSpc>
                <a:spcPct val="100000"/>
              </a:lnSpc>
              <a:spcBef>
                <a:spcPts val="799"/>
              </a:spcBef>
              <a:spcAft>
                <a:spcPts val="799"/>
              </a:spcAft>
              <a:buClr>
                <a:srgbClr val="000000"/>
              </a:buClr>
              <a:buFont typeface="Arial"/>
              <a:buChar char="•"/>
              <a:tabLst>
                <a:tab pos="0" algn="l"/>
              </a:tabLst>
              <a:defRPr lang="en-US" sz="2000" b="0" u="none" strike="noStrike">
                <a:solidFill>
                  <a:schemeClr val="dk2"/>
                </a:solidFill>
                <a:effectLst/>
                <a:uFillTx/>
                <a:latin typeface="Times New Roman"/>
              </a:defRPr>
            </a:lvl2pPr>
            <a:lvl3pPr lvl="2" algn="l" defTabSz="914400">
              <a:lnSpc>
                <a:spcPct val="100000"/>
              </a:lnSpc>
              <a:spcBef>
                <a:spcPts val="799"/>
              </a:spcBef>
              <a:spcAft>
                <a:spcPts val="799"/>
              </a:spcAft>
              <a:buClr>
                <a:srgbClr val="000000"/>
              </a:buClr>
              <a:buFont typeface="Arial"/>
              <a:buChar char="•"/>
              <a:tabLst>
                <a:tab pos="0" algn="l"/>
              </a:tabLst>
              <a:defRPr lang="en-US" sz="1800" b="0" u="none" strike="noStrike">
                <a:solidFill>
                  <a:schemeClr val="dk2"/>
                </a:solidFill>
                <a:effectLst/>
                <a:uFillTx/>
                <a:latin typeface="Times New Roman"/>
              </a:defRPr>
            </a:lvl3pPr>
          </a:lstStyle>
          <a:p>
            <a:pPr indent="0" algn="l" defTabSz="914400">
              <a:lnSpc>
                <a:spcPct val="100000"/>
              </a:lnSpc>
              <a:spcAft>
                <a:spcPts val="799"/>
              </a:spcAft>
              <a:buNone/>
              <a:tabLst>
                <a:tab pos="0" algn="l"/>
              </a:tabLst>
            </a:pPr>
            <a:r>
              <a:rPr lang="en-US" sz="2000" b="0" u="none" strike="noStrike">
                <a:solidFill>
                  <a:schemeClr val="dk2"/>
                </a:solidFill>
                <a:effectLst/>
                <a:uFillTx/>
                <a:latin typeface="Times New Roman"/>
              </a:rPr>
              <a:t>Slide Content 3</a:t>
            </a:r>
            <a:endParaRPr lang="en-US" sz="2000" b="0" u="none" strike="noStrike">
              <a:solidFill>
                <a:schemeClr val="dk1">
                  <a:lumMod val="65000"/>
                  <a:lumOff val="35000"/>
                </a:schemeClr>
              </a:solidFill>
              <a:effectLst/>
              <a:uFillTx/>
              <a:latin typeface="Times New Roman"/>
            </a:endParaRPr>
          </a:p>
          <a:p>
            <a:pPr marL="344520" lvl="1" indent="-343080" algn="l" defTabSz="914400">
              <a:lnSpc>
                <a:spcPct val="100000"/>
              </a:lnSpc>
              <a:spcBef>
                <a:spcPts val="799"/>
              </a:spcBef>
              <a:spcAft>
                <a:spcPts val="799"/>
              </a:spcAft>
              <a:buClr>
                <a:srgbClr val="000000"/>
              </a:buClr>
              <a:buFont typeface="Arial"/>
              <a:buChar char="•"/>
              <a:tabLst>
                <a:tab pos="0" algn="l"/>
              </a:tabLst>
            </a:pPr>
            <a:r>
              <a:rPr lang="en-US" sz="2000" b="0" u="none" strike="noStrike">
                <a:solidFill>
                  <a:schemeClr val="dk2"/>
                </a:solidFill>
                <a:effectLst/>
                <a:uFillTx/>
                <a:latin typeface="Times New Roman"/>
              </a:rPr>
              <a:t>Second level</a:t>
            </a:r>
            <a:endParaRPr lang="en-US" sz="2000" b="0" u="none" strike="noStrike">
              <a:solidFill>
                <a:schemeClr val="dk2"/>
              </a:solidFill>
              <a:effectLst/>
              <a:uFillTx/>
              <a:latin typeface="Times New Roman"/>
            </a:endParaRPr>
          </a:p>
          <a:p>
            <a:pPr marL="517680" lvl="2" indent="-285840" algn="l" defTabSz="914400">
              <a:lnSpc>
                <a:spcPct val="100000"/>
              </a:lnSpc>
              <a:spcBef>
                <a:spcPts val="799"/>
              </a:spcBef>
              <a:spcAft>
                <a:spcPts val="799"/>
              </a:spcAft>
              <a:buClr>
                <a:srgbClr val="000000"/>
              </a:buClr>
              <a:buFont typeface="Arial"/>
              <a:buChar char="•"/>
              <a:tabLst>
                <a:tab pos="0" algn="l"/>
              </a:tabLst>
            </a:pPr>
            <a:r>
              <a:rPr lang="en-US" sz="1800" b="0" u="none" strike="noStrike">
                <a:solidFill>
                  <a:schemeClr val="dk2"/>
                </a:solidFill>
                <a:effectLst/>
                <a:uFillTx/>
                <a:latin typeface="Times New Roman"/>
              </a:rPr>
              <a:t>Third level</a:t>
            </a:r>
            <a:endParaRPr lang="en-US" sz="1800" b="0" u="none" strike="noStrike">
              <a:solidFill>
                <a:schemeClr val="dk2"/>
              </a:solidFill>
              <a:effectLst/>
              <a:uFillTx/>
              <a:latin typeface="Times New Roman"/>
            </a:endParaRPr>
          </a:p>
        </p:txBody>
      </p:sp>
      <p:sp>
        <p:nvSpPr>
          <p:cNvPr id="83" name="PlaceHolder 5"/>
          <p:cNvSpPr>
            <a:spLocks noGrp="1"/>
          </p:cNvSpPr>
          <p:nvPr>
            <p:ph type="body" hasCustomPrompt="1"/>
          </p:nvPr>
        </p:nvSpPr>
        <p:spPr>
          <a:xfrm>
            <a:off x="3369600" y="6324480"/>
            <a:ext cx="2404440" cy="190080"/>
          </a:xfrm>
          <a:prstGeom prst="rect">
            <a:avLst/>
          </a:prstGeom>
          <a:noFill/>
          <a:ln w="0">
            <a:noFill/>
          </a:ln>
        </p:spPr>
        <p:txBody>
          <a:bodyPr lIns="91440" tIns="45720" rIns="91440" bIns="45720" anchor="b">
            <a:noAutofit/>
          </a:bodyPr>
          <a:lstStyle>
            <a:lvl1pPr indent="0" algn="ctr" defTabSz="914400">
              <a:lnSpc>
                <a:spcPct val="100000"/>
              </a:lnSpc>
              <a:spcAft>
                <a:spcPts val="799"/>
              </a:spcAft>
              <a:buNone/>
              <a:tabLst>
                <a:tab pos="0" algn="l"/>
              </a:tabLst>
              <a:defRPr lang="en-US" sz="900" b="0" u="none" strike="noStrike">
                <a:solidFill>
                  <a:schemeClr val="dk2"/>
                </a:solidFill>
                <a:effectLst/>
                <a:uFillTx/>
                <a:latin typeface="Times New Roman"/>
              </a:defRPr>
            </a:lvl1pPr>
          </a:lstStyle>
          <a:p>
            <a:pPr indent="0" algn="ctr" defTabSz="914400">
              <a:lnSpc>
                <a:spcPct val="100000"/>
              </a:lnSpc>
              <a:spcAft>
                <a:spcPts val="799"/>
              </a:spcAft>
              <a:buNone/>
              <a:tabLst>
                <a:tab pos="0" algn="l"/>
              </a:tabLst>
            </a:pPr>
            <a:r>
              <a:rPr lang="en-US" sz="900" b="0" u="none" strike="noStrike">
                <a:solidFill>
                  <a:schemeClr val="dk2"/>
                </a:solidFill>
                <a:effectLst/>
                <a:uFillTx/>
                <a:latin typeface="Times New Roman"/>
              </a:rPr>
              <a:t>Add text alternative link, if needed.</a:t>
            </a:r>
            <a:endParaRPr lang="en-US" sz="900" b="0" u="none" strike="noStrike">
              <a:solidFill>
                <a:schemeClr val="dk1">
                  <a:lumMod val="65000"/>
                  <a:lumOff val="35000"/>
                </a:schemeClr>
              </a:solidFill>
              <a:effectLst/>
              <a:uFillTx/>
              <a:latin typeface="Times New Roman"/>
            </a:endParaRPr>
          </a:p>
        </p:txBody>
      </p:sp>
      <p:sp>
        <p:nvSpPr>
          <p:cNvPr id="84" name="PlaceHolder 6"/>
          <p:cNvSpPr>
            <a:spLocks noGrp="1"/>
          </p:cNvSpPr>
          <p:nvPr>
            <p:ph type="body" hasCustomPrompt="1"/>
          </p:nvPr>
        </p:nvSpPr>
        <p:spPr>
          <a:xfrm>
            <a:off x="1562040" y="6684840"/>
            <a:ext cx="6971760" cy="172800"/>
          </a:xfrm>
          <a:prstGeom prst="rect">
            <a:avLst/>
          </a:prstGeom>
          <a:noFill/>
          <a:ln w="0">
            <a:noFill/>
          </a:ln>
        </p:spPr>
        <p:txBody>
          <a:bodyPr lIns="91440" tIns="45720" rIns="91440" bIns="45720" anchor="ctr">
            <a:noAutofit/>
          </a:bodyPr>
          <a:lstStyle>
            <a:lvl1pPr indent="0" algn="r" defTabSz="914400">
              <a:lnSpc>
                <a:spcPct val="100000"/>
              </a:lnSpc>
              <a:spcAft>
                <a:spcPts val="799"/>
              </a:spcAft>
              <a:buNone/>
              <a:tabLst>
                <a:tab pos="0" algn="l"/>
              </a:tabLst>
              <a:defRPr lang="en-US" sz="800" b="0" u="none" strike="noStrike">
                <a:solidFill>
                  <a:schemeClr val="dk1">
                    <a:lumMod val="65000"/>
                    <a:lumOff val="35000"/>
                  </a:schemeClr>
                </a:solidFill>
                <a:effectLst/>
                <a:uFillTx/>
                <a:latin typeface="Times New Roman"/>
              </a:defRPr>
            </a:lvl1pPr>
          </a:lstStyle>
          <a:p>
            <a:pPr indent="0" algn="r" defTabSz="914400">
              <a:lnSpc>
                <a:spcPct val="100000"/>
              </a:lnSpc>
              <a:spcAft>
                <a:spcPts val="799"/>
              </a:spcAft>
              <a:buNone/>
              <a:tabLst>
                <a:tab pos="0" algn="l"/>
              </a:tabLst>
            </a:pPr>
            <a:r>
              <a:rPr lang="en-US" sz="800" b="0" u="none" strike="noStrike">
                <a:solidFill>
                  <a:schemeClr val="dk1">
                    <a:lumMod val="65000"/>
                    <a:lumOff val="35000"/>
                  </a:schemeClr>
                </a:solidFill>
                <a:effectLst/>
                <a:uFillTx/>
                <a:latin typeface="Times New Roman"/>
              </a:rPr>
              <a:t>Insert Image Credit Here</a:t>
            </a:r>
            <a:endParaRPr lang="en-US" sz="800" b="0" u="none" strike="noStrike">
              <a:solidFill>
                <a:schemeClr val="dk1">
                  <a:lumMod val="65000"/>
                  <a:lumOff val="35000"/>
                </a:schemeClr>
              </a:solidFill>
              <a:effectLst/>
              <a:uFillTx/>
              <a:latin typeface="Times New Roman"/>
            </a:endParaRPr>
          </a:p>
        </p:txBody>
      </p:sp>
      <p:sp>
        <p:nvSpPr>
          <p:cNvPr id="85" name="PlaceHolder 7"/>
          <p:cNvSpPr>
            <a:spLocks noGrp="1"/>
          </p:cNvSpPr>
          <p:nvPr>
            <p:ph type="sldNum" idx="9"/>
          </p:nvPr>
        </p:nvSpPr>
        <p:spPr>
          <a:xfrm>
            <a:off x="8626320" y="6673680"/>
            <a:ext cx="355320" cy="160920"/>
          </a:xfrm>
          <a:prstGeom prst="rect">
            <a:avLst/>
          </a:prstGeom>
          <a:noFill/>
          <a:ln w="0">
            <a:noFill/>
          </a:ln>
        </p:spPr>
        <p:txBody>
          <a:bodyPr lIns="45720" tIns="45720" rIns="45720" bIns="45720" anchor="ctr">
            <a:noAutofit/>
          </a:bodyPr>
          <a:lstStyle>
            <a:lvl1pPr indent="0" algn="r" defTabSz="914400">
              <a:lnSpc>
                <a:spcPct val="100000"/>
              </a:lnSpc>
              <a:buNone/>
              <a:defRPr lang="en-US" sz="800" b="0" u="none" strike="noStrike">
                <a:solidFill>
                  <a:schemeClr val="dk1">
                    <a:lumMod val="65000"/>
                    <a:lumOff val="35000"/>
                  </a:schemeClr>
                </a:solidFill>
                <a:effectLst/>
                <a:uFillTx/>
                <a:latin typeface="Times New Roman"/>
              </a:defRPr>
            </a:lvl1pPr>
          </a:lstStyle>
          <a:p>
            <a:pPr indent="0" algn="r" defTabSz="914400">
              <a:lnSpc>
                <a:spcPct val="100000"/>
              </a:lnSpc>
              <a:buNone/>
            </a:pPr>
            <a:fld id="{D9BF1B72-52AE-43C0-A2A8-3E97305B85E5}" type="slidenum">
              <a:rPr lang="en-US" sz="800" b="0" u="none" strike="noStrike">
                <a:solidFill>
                  <a:schemeClr val="dk1">
                    <a:lumMod val="65000"/>
                    <a:lumOff val="35000"/>
                  </a:schemeClr>
                </a:solidFill>
                <a:effectLst/>
                <a:uFillTx/>
                <a:latin typeface="Times New Roman"/>
              </a:rPr>
              <a:t>&lt;number&gt;</a:t>
            </a:fld>
            <a:endParaRPr lang="en-US" sz="8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x Main Placeholders">
    <p:bg>
      <p:bgPr>
        <a:solidFill>
          <a:srgbClr val="FFFFFF"/>
        </a:solidFill>
      </p:bgPr>
    </p:bg>
    <p:spTree>
      <p:nvGrpSpPr>
        <p:cNvPr id="1" name=""/>
        <p:cNvGrpSpPr/>
        <p:nvPr/>
      </p:nvGrpSpPr>
      <p:grpSpPr>
        <a:xfrm>
          <a:off x="0" y="0"/>
          <a:ext cx="0" cy="0"/>
          <a:chOff x="0" y="0"/>
          <a:chExt cx="0" cy="0"/>
        </a:xfrm>
      </p:grpSpPr>
      <p:sp>
        <p:nvSpPr>
          <p:cNvPr id="86" name="MGH Yellow Line">
            <a:extLst>
              <a:ext uri="{C183D7F6-B498-43B3-948B-1728B52AA6E4}">
                <adec:decorative xmlns:adec="http://schemas.microsoft.com/office/drawing/2017/decorative" val="1"/>
              </a:ext>
            </a:extLst>
          </p:cNvPr>
          <p:cNvSpPr/>
          <p:nvPr/>
        </p:nvSpPr>
        <p:spPr>
          <a:xfrm>
            <a:off x="0" y="6622200"/>
            <a:ext cx="9143640" cy="543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9720" rIns="90000" bIns="9720" anchor="ctr">
            <a:noAutofit/>
          </a:bodyPr>
          <a:p>
            <a:endParaRPr lang="en-US" sz="1800" b="0" u="none" strike="noStrike">
              <a:solidFill>
                <a:schemeClr val="lt1"/>
              </a:solidFill>
              <a:effectLst/>
              <a:uFillTx/>
              <a:latin typeface="Times New Roman"/>
            </a:endParaRPr>
          </a:p>
        </p:txBody>
      </p:sp>
      <p:sp>
        <p:nvSpPr>
          <p:cNvPr id="87" name="Short Copyright"/>
          <p:cNvSpPr/>
          <p:nvPr/>
        </p:nvSpPr>
        <p:spPr>
          <a:xfrm>
            <a:off x="215640" y="6664320"/>
            <a:ext cx="1233360" cy="214920"/>
          </a:xfrm>
          <a:prstGeom prst="rect">
            <a:avLst/>
          </a:prstGeom>
          <a:noFill/>
          <a:ln w="0">
            <a:noFill/>
          </a:ln>
        </p:spPr>
        <p:style>
          <a:lnRef idx="0"/>
          <a:fillRef idx="0"/>
          <a:effectRef idx="0"/>
          <a:fontRef idx="minor"/>
        </p:style>
        <p:txBody>
          <a:bodyPr lIns="45720" tIns="45000" rIns="45720" bIns="45000" anchor="ctr">
            <a:spAutoFit/>
          </a:bodyPr>
          <a:p>
            <a:pPr defTabSz="914400">
              <a:lnSpc>
                <a:spcPct val="100000"/>
              </a:lnSpc>
            </a:pPr>
            <a:r>
              <a:rPr lang="en-US" sz="800" b="0" u="none" strike="noStrike">
                <a:solidFill>
                  <a:schemeClr val="dk1">
                    <a:lumMod val="65000"/>
                    <a:lumOff val="35000"/>
                  </a:schemeClr>
                </a:solidFill>
                <a:effectLst/>
                <a:uFillTx/>
                <a:latin typeface="Times New Roman"/>
              </a:rPr>
              <a:t>© McGraw Hill</a:t>
            </a:r>
            <a:endParaRPr lang="en-US" sz="800" b="0" u="none" strike="noStrike">
              <a:solidFill>
                <a:srgbClr val="000000"/>
              </a:solidFill>
              <a:effectLst/>
              <a:uFillTx/>
              <a:latin typeface="Arial"/>
            </a:endParaRPr>
          </a:p>
        </p:txBody>
      </p:sp>
      <p:sp>
        <p:nvSpPr>
          <p:cNvPr id="88" name="PlaceHolder 1"/>
          <p:cNvSpPr>
            <a:spLocks noGrp="1"/>
          </p:cNvSpPr>
          <p:nvPr>
            <p:ph type="title" hasCustomPrompt="1"/>
          </p:nvPr>
        </p:nvSpPr>
        <p:spPr>
          <a:xfrm>
            <a:off x="343080" y="304920"/>
            <a:ext cx="8457840" cy="678240"/>
          </a:xfrm>
          <a:prstGeom prst="rect">
            <a:avLst/>
          </a:prstGeom>
          <a:noFill/>
          <a:ln w="0">
            <a:noFill/>
          </a:ln>
        </p:spPr>
        <p:txBody>
          <a:bodyPr lIns="91440" tIns="45720" rIns="91440" bIns="45720" anchor="ctr">
            <a:normAutofit/>
          </a:bodyPr>
          <a:lstStyle>
            <a:lvl1pPr indent="0" algn="l" defTabSz="914400">
              <a:lnSpc>
                <a:spcPct val="90000"/>
              </a:lnSpc>
              <a:buNone/>
              <a:defRPr lang="en-US" sz="4000" b="1" u="none" strike="noStrike">
                <a:solidFill>
                  <a:schemeClr val="dk2"/>
                </a:solidFill>
                <a:effectLst/>
                <a:uFillTx/>
                <a:latin typeface="Times New Roman"/>
              </a:defRPr>
            </a:lvl1pPr>
          </a:lstStyle>
          <a:p>
            <a:pPr indent="0" algn="l" defTabSz="914400">
              <a:lnSpc>
                <a:spcPct val="90000"/>
              </a:lnSpc>
              <a:buNone/>
            </a:pPr>
            <a:r>
              <a:rPr lang="en-US" sz="4000" b="1" u="none" strike="noStrike">
                <a:solidFill>
                  <a:schemeClr val="dk2"/>
                </a:solidFill>
                <a:effectLst/>
                <a:uFillTx/>
                <a:latin typeface="Times New Roman"/>
              </a:rPr>
              <a:t>Slide Title</a:t>
            </a:r>
            <a:endParaRPr lang="en-US" sz="4000" b="1" u="none" strike="noStrike">
              <a:solidFill>
                <a:schemeClr val="dk2"/>
              </a:solidFill>
              <a:effectLst/>
              <a:uFillTx/>
              <a:latin typeface="Times New Roman"/>
            </a:endParaRPr>
          </a:p>
        </p:txBody>
      </p:sp>
      <p:sp>
        <p:nvSpPr>
          <p:cNvPr id="89" name="PlaceHolder 2"/>
          <p:cNvSpPr>
            <a:spLocks noGrp="1"/>
          </p:cNvSpPr>
          <p:nvPr>
            <p:ph type="body" hasCustomPrompt="1"/>
          </p:nvPr>
        </p:nvSpPr>
        <p:spPr>
          <a:xfrm>
            <a:off x="343080" y="1276560"/>
            <a:ext cx="8457840" cy="612000"/>
          </a:xfrm>
          <a:prstGeom prst="rect">
            <a:avLst/>
          </a:prstGeom>
          <a:noFill/>
          <a:ln w="0">
            <a:noFill/>
          </a:ln>
        </p:spPr>
        <p:txBody>
          <a:bodyPr lIns="91440" tIns="45720" rIns="91440" bIns="45720" anchor="t">
            <a:noAutofit/>
          </a:bodyPr>
          <a:lstStyle>
            <a:lvl1pPr indent="0" algn="l" defTabSz="914400">
              <a:lnSpc>
                <a:spcPct val="100000"/>
              </a:lnSpc>
              <a:spcAft>
                <a:spcPts val="799"/>
              </a:spcAft>
              <a:buNone/>
              <a:tabLst>
                <a:tab pos="0" algn="l"/>
              </a:tabLst>
              <a:defRPr lang="en-US" sz="2000" b="0" u="none" strike="noStrike">
                <a:solidFill>
                  <a:schemeClr val="dk2"/>
                </a:solidFill>
                <a:effectLst/>
                <a:uFillTx/>
                <a:latin typeface="Times New Roman"/>
              </a:defRPr>
            </a:lvl1pPr>
            <a:lvl2pPr lvl="1" algn="l" defTabSz="914400">
              <a:lnSpc>
                <a:spcPct val="100000"/>
              </a:lnSpc>
              <a:spcBef>
                <a:spcPts val="799"/>
              </a:spcBef>
              <a:spcAft>
                <a:spcPts val="799"/>
              </a:spcAft>
              <a:buClr>
                <a:srgbClr val="000000"/>
              </a:buClr>
              <a:buFont typeface="Arial"/>
              <a:buChar char="•"/>
              <a:tabLst>
                <a:tab pos="0" algn="l"/>
              </a:tabLst>
              <a:defRPr lang="en-US" sz="2000" b="0" u="none" strike="noStrike">
                <a:solidFill>
                  <a:schemeClr val="dk2"/>
                </a:solidFill>
                <a:effectLst/>
                <a:uFillTx/>
                <a:latin typeface="Times New Roman"/>
              </a:defRPr>
            </a:lvl2pPr>
            <a:lvl3pPr lvl="2" algn="l" defTabSz="914400">
              <a:lnSpc>
                <a:spcPct val="100000"/>
              </a:lnSpc>
              <a:spcBef>
                <a:spcPts val="799"/>
              </a:spcBef>
              <a:spcAft>
                <a:spcPts val="799"/>
              </a:spcAft>
              <a:buClr>
                <a:srgbClr val="000000"/>
              </a:buClr>
              <a:buFont typeface="Arial"/>
              <a:buChar char="•"/>
              <a:tabLst>
                <a:tab pos="0" algn="l"/>
              </a:tabLst>
              <a:defRPr lang="en-US" sz="1800" b="0" u="none" strike="noStrike">
                <a:solidFill>
                  <a:schemeClr val="dk2"/>
                </a:solidFill>
                <a:effectLst/>
                <a:uFillTx/>
                <a:latin typeface="Times New Roman"/>
              </a:defRPr>
            </a:lvl3pPr>
          </a:lstStyle>
          <a:p>
            <a:pPr indent="0" algn="l" defTabSz="914400">
              <a:lnSpc>
                <a:spcPct val="100000"/>
              </a:lnSpc>
              <a:spcAft>
                <a:spcPts val="799"/>
              </a:spcAft>
              <a:buNone/>
              <a:tabLst>
                <a:tab pos="0" algn="l"/>
              </a:tabLst>
            </a:pPr>
            <a:r>
              <a:rPr lang="en-US" sz="2000" b="0" u="none" strike="noStrike">
                <a:solidFill>
                  <a:schemeClr val="dk2"/>
                </a:solidFill>
                <a:effectLst/>
                <a:uFillTx/>
                <a:latin typeface="Times New Roman"/>
              </a:rPr>
              <a:t>Slide Content</a:t>
            </a:r>
            <a:endParaRPr lang="en-US" sz="2000" b="0" u="none" strike="noStrike">
              <a:solidFill>
                <a:schemeClr val="dk1">
                  <a:lumMod val="65000"/>
                  <a:lumOff val="35000"/>
                </a:schemeClr>
              </a:solidFill>
              <a:effectLst/>
              <a:uFillTx/>
              <a:latin typeface="Times New Roman"/>
            </a:endParaRPr>
          </a:p>
          <a:p>
            <a:pPr marL="344520" lvl="1" indent="-343080" algn="l" defTabSz="914400">
              <a:lnSpc>
                <a:spcPct val="100000"/>
              </a:lnSpc>
              <a:spcBef>
                <a:spcPts val="799"/>
              </a:spcBef>
              <a:spcAft>
                <a:spcPts val="799"/>
              </a:spcAft>
              <a:buClr>
                <a:srgbClr val="000000"/>
              </a:buClr>
              <a:buFont typeface="Arial"/>
              <a:buChar char="•"/>
              <a:tabLst>
                <a:tab pos="0" algn="l"/>
              </a:tabLst>
            </a:pPr>
            <a:r>
              <a:rPr lang="en-US" sz="2000" b="0" u="none" strike="noStrike">
                <a:solidFill>
                  <a:schemeClr val="dk2"/>
                </a:solidFill>
                <a:effectLst/>
                <a:uFillTx/>
                <a:latin typeface="Times New Roman"/>
              </a:rPr>
              <a:t>Second level</a:t>
            </a:r>
            <a:endParaRPr lang="en-US" sz="2000" b="0" u="none" strike="noStrike">
              <a:solidFill>
                <a:schemeClr val="dk2"/>
              </a:solidFill>
              <a:effectLst/>
              <a:uFillTx/>
              <a:latin typeface="Times New Roman"/>
            </a:endParaRPr>
          </a:p>
          <a:p>
            <a:pPr marL="517680" lvl="2" indent="-285840" algn="l" defTabSz="914400">
              <a:lnSpc>
                <a:spcPct val="100000"/>
              </a:lnSpc>
              <a:spcBef>
                <a:spcPts val="799"/>
              </a:spcBef>
              <a:spcAft>
                <a:spcPts val="799"/>
              </a:spcAft>
              <a:buClr>
                <a:srgbClr val="000000"/>
              </a:buClr>
              <a:buFont typeface="Arial"/>
              <a:buChar char="•"/>
              <a:tabLst>
                <a:tab pos="0" algn="l"/>
              </a:tabLst>
            </a:pPr>
            <a:r>
              <a:rPr lang="en-US" sz="1800" b="0" u="none" strike="noStrike">
                <a:solidFill>
                  <a:schemeClr val="dk2"/>
                </a:solidFill>
                <a:effectLst/>
                <a:uFillTx/>
                <a:latin typeface="Times New Roman"/>
              </a:rPr>
              <a:t>Third level</a:t>
            </a:r>
            <a:endParaRPr lang="en-US" sz="1800" b="0" u="none" strike="noStrike">
              <a:solidFill>
                <a:schemeClr val="dk2"/>
              </a:solidFill>
              <a:effectLst/>
              <a:uFillTx/>
              <a:latin typeface="Times New Roman"/>
            </a:endParaRPr>
          </a:p>
        </p:txBody>
      </p:sp>
      <p:sp>
        <p:nvSpPr>
          <p:cNvPr id="90" name="PlaceHolder 3"/>
          <p:cNvSpPr>
            <a:spLocks noGrp="1"/>
          </p:cNvSpPr>
          <p:nvPr>
            <p:ph type="body" hasCustomPrompt="1"/>
          </p:nvPr>
        </p:nvSpPr>
        <p:spPr>
          <a:xfrm>
            <a:off x="343080" y="2070360"/>
            <a:ext cx="8457840" cy="648720"/>
          </a:xfrm>
          <a:prstGeom prst="rect">
            <a:avLst/>
          </a:prstGeom>
          <a:noFill/>
          <a:ln w="0">
            <a:noFill/>
          </a:ln>
        </p:spPr>
        <p:txBody>
          <a:bodyPr lIns="91440" tIns="45720" rIns="91440" bIns="45720" anchor="t">
            <a:noAutofit/>
          </a:bodyPr>
          <a:lstStyle>
            <a:lvl1pPr indent="0" algn="l" defTabSz="914400">
              <a:lnSpc>
                <a:spcPct val="100000"/>
              </a:lnSpc>
              <a:spcAft>
                <a:spcPts val="799"/>
              </a:spcAft>
              <a:buNone/>
              <a:tabLst>
                <a:tab pos="0" algn="l"/>
              </a:tabLst>
              <a:defRPr lang="en-US" sz="2000" b="0" u="none" strike="noStrike">
                <a:solidFill>
                  <a:schemeClr val="dk2"/>
                </a:solidFill>
                <a:effectLst/>
                <a:uFillTx/>
                <a:latin typeface="Times New Roman"/>
              </a:defRPr>
            </a:lvl1pPr>
            <a:lvl2pPr lvl="1" algn="l" defTabSz="914400">
              <a:lnSpc>
                <a:spcPct val="100000"/>
              </a:lnSpc>
              <a:spcBef>
                <a:spcPts val="799"/>
              </a:spcBef>
              <a:spcAft>
                <a:spcPts val="799"/>
              </a:spcAft>
              <a:buClr>
                <a:srgbClr val="000000"/>
              </a:buClr>
              <a:buFont typeface="Arial"/>
              <a:buChar char="•"/>
              <a:tabLst>
                <a:tab pos="0" algn="l"/>
              </a:tabLst>
              <a:defRPr lang="en-US" sz="2000" b="0" u="none" strike="noStrike">
                <a:solidFill>
                  <a:schemeClr val="dk2"/>
                </a:solidFill>
                <a:effectLst/>
                <a:uFillTx/>
                <a:latin typeface="Times New Roman"/>
              </a:defRPr>
            </a:lvl2pPr>
            <a:lvl3pPr lvl="2" algn="l" defTabSz="914400">
              <a:lnSpc>
                <a:spcPct val="100000"/>
              </a:lnSpc>
              <a:spcBef>
                <a:spcPts val="799"/>
              </a:spcBef>
              <a:spcAft>
                <a:spcPts val="799"/>
              </a:spcAft>
              <a:buClr>
                <a:srgbClr val="000000"/>
              </a:buClr>
              <a:buFont typeface="Arial"/>
              <a:buChar char="•"/>
              <a:tabLst>
                <a:tab pos="0" algn="l"/>
              </a:tabLst>
              <a:defRPr lang="en-US" sz="1800" b="0" u="none" strike="noStrike">
                <a:solidFill>
                  <a:schemeClr val="dk2"/>
                </a:solidFill>
                <a:effectLst/>
                <a:uFillTx/>
                <a:latin typeface="Times New Roman"/>
              </a:defRPr>
            </a:lvl3pPr>
          </a:lstStyle>
          <a:p>
            <a:pPr indent="0" algn="l" defTabSz="914400">
              <a:lnSpc>
                <a:spcPct val="100000"/>
              </a:lnSpc>
              <a:spcAft>
                <a:spcPts val="799"/>
              </a:spcAft>
              <a:buNone/>
              <a:tabLst>
                <a:tab pos="0" algn="l"/>
              </a:tabLst>
            </a:pPr>
            <a:r>
              <a:rPr lang="en-US" sz="2000" b="0" u="none" strike="noStrike">
                <a:solidFill>
                  <a:schemeClr val="dk2"/>
                </a:solidFill>
                <a:effectLst/>
                <a:uFillTx/>
                <a:latin typeface="Times New Roman"/>
              </a:rPr>
              <a:t>Slide Content 2</a:t>
            </a:r>
            <a:endParaRPr lang="en-US" sz="2000" b="0" u="none" strike="noStrike">
              <a:solidFill>
                <a:schemeClr val="dk1">
                  <a:lumMod val="65000"/>
                  <a:lumOff val="35000"/>
                </a:schemeClr>
              </a:solidFill>
              <a:effectLst/>
              <a:uFillTx/>
              <a:latin typeface="Times New Roman"/>
            </a:endParaRPr>
          </a:p>
          <a:p>
            <a:pPr marL="344520" lvl="1" indent="-343080" algn="l" defTabSz="914400">
              <a:lnSpc>
                <a:spcPct val="100000"/>
              </a:lnSpc>
              <a:spcBef>
                <a:spcPts val="799"/>
              </a:spcBef>
              <a:spcAft>
                <a:spcPts val="799"/>
              </a:spcAft>
              <a:buClr>
                <a:srgbClr val="000000"/>
              </a:buClr>
              <a:buFont typeface="Arial"/>
              <a:buChar char="•"/>
              <a:tabLst>
                <a:tab pos="0" algn="l"/>
              </a:tabLst>
            </a:pPr>
            <a:r>
              <a:rPr lang="en-US" sz="2000" b="0" u="none" strike="noStrike">
                <a:solidFill>
                  <a:schemeClr val="dk2"/>
                </a:solidFill>
                <a:effectLst/>
                <a:uFillTx/>
                <a:latin typeface="Times New Roman"/>
              </a:rPr>
              <a:t>Second level</a:t>
            </a:r>
            <a:endParaRPr lang="en-US" sz="2000" b="0" u="none" strike="noStrike">
              <a:solidFill>
                <a:schemeClr val="dk2"/>
              </a:solidFill>
              <a:effectLst/>
              <a:uFillTx/>
              <a:latin typeface="Times New Roman"/>
            </a:endParaRPr>
          </a:p>
          <a:p>
            <a:pPr marL="517680" lvl="2" indent="-285840" algn="l" defTabSz="914400">
              <a:lnSpc>
                <a:spcPct val="100000"/>
              </a:lnSpc>
              <a:spcBef>
                <a:spcPts val="799"/>
              </a:spcBef>
              <a:spcAft>
                <a:spcPts val="799"/>
              </a:spcAft>
              <a:buClr>
                <a:srgbClr val="000000"/>
              </a:buClr>
              <a:buFont typeface="Arial"/>
              <a:buChar char="•"/>
              <a:tabLst>
                <a:tab pos="0" algn="l"/>
              </a:tabLst>
            </a:pPr>
            <a:r>
              <a:rPr lang="en-US" sz="1800" b="0" u="none" strike="noStrike">
                <a:solidFill>
                  <a:schemeClr val="dk2"/>
                </a:solidFill>
                <a:effectLst/>
                <a:uFillTx/>
                <a:latin typeface="Times New Roman"/>
              </a:rPr>
              <a:t>Third level</a:t>
            </a:r>
            <a:endParaRPr lang="en-US" sz="1800" b="0" u="none" strike="noStrike">
              <a:solidFill>
                <a:schemeClr val="dk2"/>
              </a:solidFill>
              <a:effectLst/>
              <a:uFillTx/>
              <a:latin typeface="Times New Roman"/>
            </a:endParaRPr>
          </a:p>
        </p:txBody>
      </p:sp>
      <p:sp>
        <p:nvSpPr>
          <p:cNvPr id="91" name="PlaceHolder 4"/>
          <p:cNvSpPr>
            <a:spLocks noGrp="1"/>
          </p:cNvSpPr>
          <p:nvPr>
            <p:ph type="body" hasCustomPrompt="1"/>
          </p:nvPr>
        </p:nvSpPr>
        <p:spPr>
          <a:xfrm>
            <a:off x="343080" y="2900880"/>
            <a:ext cx="8457840" cy="672840"/>
          </a:xfrm>
          <a:prstGeom prst="rect">
            <a:avLst/>
          </a:prstGeom>
          <a:noFill/>
          <a:ln w="0">
            <a:noFill/>
          </a:ln>
        </p:spPr>
        <p:txBody>
          <a:bodyPr lIns="91440" tIns="45720" rIns="91440" bIns="45720" anchor="t">
            <a:noAutofit/>
          </a:bodyPr>
          <a:lstStyle>
            <a:lvl1pPr indent="0" algn="l" defTabSz="914400">
              <a:lnSpc>
                <a:spcPct val="100000"/>
              </a:lnSpc>
              <a:spcAft>
                <a:spcPts val="799"/>
              </a:spcAft>
              <a:buNone/>
              <a:tabLst>
                <a:tab pos="0" algn="l"/>
              </a:tabLst>
              <a:defRPr lang="en-US" sz="2000" b="0" u="none" strike="noStrike">
                <a:solidFill>
                  <a:schemeClr val="dk2"/>
                </a:solidFill>
                <a:effectLst/>
                <a:uFillTx/>
                <a:latin typeface="Times New Roman"/>
              </a:defRPr>
            </a:lvl1pPr>
            <a:lvl2pPr lvl="1" algn="l" defTabSz="914400">
              <a:lnSpc>
                <a:spcPct val="100000"/>
              </a:lnSpc>
              <a:spcBef>
                <a:spcPts val="799"/>
              </a:spcBef>
              <a:spcAft>
                <a:spcPts val="799"/>
              </a:spcAft>
              <a:buClr>
                <a:srgbClr val="000000"/>
              </a:buClr>
              <a:buFont typeface="Arial"/>
              <a:buChar char="•"/>
              <a:tabLst>
                <a:tab pos="0" algn="l"/>
              </a:tabLst>
              <a:defRPr lang="en-US" sz="2000" b="0" u="none" strike="noStrike">
                <a:solidFill>
                  <a:schemeClr val="dk2"/>
                </a:solidFill>
                <a:effectLst/>
                <a:uFillTx/>
                <a:latin typeface="Times New Roman"/>
              </a:defRPr>
            </a:lvl2pPr>
            <a:lvl3pPr lvl="2" algn="l" defTabSz="914400">
              <a:lnSpc>
                <a:spcPct val="100000"/>
              </a:lnSpc>
              <a:spcBef>
                <a:spcPts val="799"/>
              </a:spcBef>
              <a:spcAft>
                <a:spcPts val="799"/>
              </a:spcAft>
              <a:buClr>
                <a:srgbClr val="000000"/>
              </a:buClr>
              <a:buFont typeface="Arial"/>
              <a:buChar char="•"/>
              <a:tabLst>
                <a:tab pos="0" algn="l"/>
              </a:tabLst>
              <a:defRPr lang="en-US" sz="1800" b="0" u="none" strike="noStrike">
                <a:solidFill>
                  <a:schemeClr val="dk2"/>
                </a:solidFill>
                <a:effectLst/>
                <a:uFillTx/>
                <a:latin typeface="Times New Roman"/>
              </a:defRPr>
            </a:lvl3pPr>
          </a:lstStyle>
          <a:p>
            <a:pPr indent="0" algn="l" defTabSz="914400">
              <a:lnSpc>
                <a:spcPct val="100000"/>
              </a:lnSpc>
              <a:spcAft>
                <a:spcPts val="799"/>
              </a:spcAft>
              <a:buNone/>
              <a:tabLst>
                <a:tab pos="0" algn="l"/>
              </a:tabLst>
            </a:pPr>
            <a:r>
              <a:rPr lang="en-US" sz="2000" b="0" u="none" strike="noStrike">
                <a:solidFill>
                  <a:schemeClr val="dk2"/>
                </a:solidFill>
                <a:effectLst/>
                <a:uFillTx/>
                <a:latin typeface="Times New Roman"/>
              </a:rPr>
              <a:t>Slide Content 3</a:t>
            </a:r>
            <a:endParaRPr lang="en-US" sz="2000" b="0" u="none" strike="noStrike">
              <a:solidFill>
                <a:schemeClr val="dk1">
                  <a:lumMod val="65000"/>
                  <a:lumOff val="35000"/>
                </a:schemeClr>
              </a:solidFill>
              <a:effectLst/>
              <a:uFillTx/>
              <a:latin typeface="Times New Roman"/>
            </a:endParaRPr>
          </a:p>
          <a:p>
            <a:pPr marL="344520" lvl="1" indent="-343080" algn="l" defTabSz="914400">
              <a:lnSpc>
                <a:spcPct val="100000"/>
              </a:lnSpc>
              <a:spcBef>
                <a:spcPts val="799"/>
              </a:spcBef>
              <a:spcAft>
                <a:spcPts val="799"/>
              </a:spcAft>
              <a:buClr>
                <a:srgbClr val="000000"/>
              </a:buClr>
              <a:buFont typeface="Arial"/>
              <a:buChar char="•"/>
              <a:tabLst>
                <a:tab pos="0" algn="l"/>
              </a:tabLst>
            </a:pPr>
            <a:r>
              <a:rPr lang="en-US" sz="2000" b="0" u="none" strike="noStrike">
                <a:solidFill>
                  <a:schemeClr val="dk2"/>
                </a:solidFill>
                <a:effectLst/>
                <a:uFillTx/>
                <a:latin typeface="Times New Roman"/>
              </a:rPr>
              <a:t>Second level</a:t>
            </a:r>
            <a:endParaRPr lang="en-US" sz="2000" b="0" u="none" strike="noStrike">
              <a:solidFill>
                <a:schemeClr val="dk2"/>
              </a:solidFill>
              <a:effectLst/>
              <a:uFillTx/>
              <a:latin typeface="Times New Roman"/>
            </a:endParaRPr>
          </a:p>
          <a:p>
            <a:pPr marL="517680" lvl="2" indent="-285840" algn="l" defTabSz="914400">
              <a:lnSpc>
                <a:spcPct val="100000"/>
              </a:lnSpc>
              <a:spcBef>
                <a:spcPts val="799"/>
              </a:spcBef>
              <a:spcAft>
                <a:spcPts val="799"/>
              </a:spcAft>
              <a:buClr>
                <a:srgbClr val="000000"/>
              </a:buClr>
              <a:buFont typeface="Arial"/>
              <a:buChar char="•"/>
              <a:tabLst>
                <a:tab pos="0" algn="l"/>
              </a:tabLst>
            </a:pPr>
            <a:r>
              <a:rPr lang="en-US" sz="1800" b="0" u="none" strike="noStrike">
                <a:solidFill>
                  <a:schemeClr val="dk2"/>
                </a:solidFill>
                <a:effectLst/>
                <a:uFillTx/>
                <a:latin typeface="Times New Roman"/>
              </a:rPr>
              <a:t>Third level</a:t>
            </a:r>
            <a:endParaRPr lang="en-US" sz="1800" b="0" u="none" strike="noStrike">
              <a:solidFill>
                <a:schemeClr val="dk2"/>
              </a:solidFill>
              <a:effectLst/>
              <a:uFillTx/>
              <a:latin typeface="Times New Roman"/>
            </a:endParaRPr>
          </a:p>
        </p:txBody>
      </p:sp>
      <p:sp>
        <p:nvSpPr>
          <p:cNvPr id="92" name="PlaceHolder 5"/>
          <p:cNvSpPr>
            <a:spLocks noGrp="1"/>
          </p:cNvSpPr>
          <p:nvPr>
            <p:ph type="body" hasCustomPrompt="1"/>
          </p:nvPr>
        </p:nvSpPr>
        <p:spPr>
          <a:xfrm>
            <a:off x="343080" y="3755520"/>
            <a:ext cx="8457840" cy="698040"/>
          </a:xfrm>
          <a:prstGeom prst="rect">
            <a:avLst/>
          </a:prstGeom>
          <a:noFill/>
          <a:ln w="0">
            <a:noFill/>
          </a:ln>
        </p:spPr>
        <p:txBody>
          <a:bodyPr lIns="91440" tIns="45720" rIns="91440" bIns="45720" anchor="t">
            <a:noAutofit/>
          </a:bodyPr>
          <a:lstStyle>
            <a:lvl1pPr indent="0" algn="l" defTabSz="914400">
              <a:lnSpc>
                <a:spcPct val="100000"/>
              </a:lnSpc>
              <a:spcAft>
                <a:spcPts val="799"/>
              </a:spcAft>
              <a:buNone/>
              <a:tabLst>
                <a:tab pos="0" algn="l"/>
              </a:tabLst>
              <a:defRPr lang="en-US" sz="2000" b="0" u="none" strike="noStrike">
                <a:solidFill>
                  <a:schemeClr val="dk2"/>
                </a:solidFill>
                <a:effectLst/>
                <a:uFillTx/>
                <a:latin typeface="Times New Roman"/>
              </a:defRPr>
            </a:lvl1pPr>
            <a:lvl2pPr lvl="1" algn="l" defTabSz="914400">
              <a:lnSpc>
                <a:spcPct val="100000"/>
              </a:lnSpc>
              <a:spcBef>
                <a:spcPts val="799"/>
              </a:spcBef>
              <a:spcAft>
                <a:spcPts val="799"/>
              </a:spcAft>
              <a:buClr>
                <a:srgbClr val="000000"/>
              </a:buClr>
              <a:buFont typeface="Arial"/>
              <a:buChar char="•"/>
              <a:tabLst>
                <a:tab pos="0" algn="l"/>
              </a:tabLst>
              <a:defRPr lang="en-US" sz="2000" b="0" u="none" strike="noStrike">
                <a:solidFill>
                  <a:schemeClr val="dk2"/>
                </a:solidFill>
                <a:effectLst/>
                <a:uFillTx/>
                <a:latin typeface="Times New Roman"/>
              </a:defRPr>
            </a:lvl2pPr>
            <a:lvl3pPr lvl="2" algn="l" defTabSz="914400">
              <a:lnSpc>
                <a:spcPct val="100000"/>
              </a:lnSpc>
              <a:spcBef>
                <a:spcPts val="799"/>
              </a:spcBef>
              <a:spcAft>
                <a:spcPts val="799"/>
              </a:spcAft>
              <a:buClr>
                <a:srgbClr val="000000"/>
              </a:buClr>
              <a:buFont typeface="Arial"/>
              <a:buChar char="•"/>
              <a:tabLst>
                <a:tab pos="0" algn="l"/>
              </a:tabLst>
              <a:defRPr lang="en-US" sz="1800" b="0" u="none" strike="noStrike">
                <a:solidFill>
                  <a:schemeClr val="dk2"/>
                </a:solidFill>
                <a:effectLst/>
                <a:uFillTx/>
                <a:latin typeface="Times New Roman"/>
              </a:defRPr>
            </a:lvl3pPr>
          </a:lstStyle>
          <a:p>
            <a:pPr indent="0" algn="l" defTabSz="914400">
              <a:lnSpc>
                <a:spcPct val="100000"/>
              </a:lnSpc>
              <a:spcAft>
                <a:spcPts val="799"/>
              </a:spcAft>
              <a:buNone/>
              <a:tabLst>
                <a:tab pos="0" algn="l"/>
              </a:tabLst>
            </a:pPr>
            <a:r>
              <a:rPr lang="en-US" sz="2000" b="0" u="none" strike="noStrike">
                <a:solidFill>
                  <a:schemeClr val="dk2"/>
                </a:solidFill>
                <a:effectLst/>
                <a:uFillTx/>
                <a:latin typeface="Times New Roman"/>
              </a:rPr>
              <a:t>Slide Content 4</a:t>
            </a:r>
            <a:endParaRPr lang="en-US" sz="2000" b="0" u="none" strike="noStrike">
              <a:solidFill>
                <a:schemeClr val="dk1">
                  <a:lumMod val="65000"/>
                  <a:lumOff val="35000"/>
                </a:schemeClr>
              </a:solidFill>
              <a:effectLst/>
              <a:uFillTx/>
              <a:latin typeface="Times New Roman"/>
            </a:endParaRPr>
          </a:p>
          <a:p>
            <a:pPr marL="344520" lvl="1" indent="-343080" algn="l" defTabSz="914400">
              <a:lnSpc>
                <a:spcPct val="100000"/>
              </a:lnSpc>
              <a:spcBef>
                <a:spcPts val="799"/>
              </a:spcBef>
              <a:spcAft>
                <a:spcPts val="799"/>
              </a:spcAft>
              <a:buClr>
                <a:srgbClr val="000000"/>
              </a:buClr>
              <a:buFont typeface="Arial"/>
              <a:buChar char="•"/>
              <a:tabLst>
                <a:tab pos="0" algn="l"/>
              </a:tabLst>
            </a:pPr>
            <a:r>
              <a:rPr lang="en-US" sz="2000" b="0" u="none" strike="noStrike">
                <a:solidFill>
                  <a:schemeClr val="dk2"/>
                </a:solidFill>
                <a:effectLst/>
                <a:uFillTx/>
                <a:latin typeface="Times New Roman"/>
              </a:rPr>
              <a:t>Second level</a:t>
            </a:r>
            <a:endParaRPr lang="en-US" sz="2000" b="0" u="none" strike="noStrike">
              <a:solidFill>
                <a:schemeClr val="dk2"/>
              </a:solidFill>
              <a:effectLst/>
              <a:uFillTx/>
              <a:latin typeface="Times New Roman"/>
            </a:endParaRPr>
          </a:p>
          <a:p>
            <a:pPr marL="517680" lvl="2" indent="-285840" algn="l" defTabSz="914400">
              <a:lnSpc>
                <a:spcPct val="100000"/>
              </a:lnSpc>
              <a:spcBef>
                <a:spcPts val="799"/>
              </a:spcBef>
              <a:spcAft>
                <a:spcPts val="799"/>
              </a:spcAft>
              <a:buClr>
                <a:srgbClr val="000000"/>
              </a:buClr>
              <a:buFont typeface="Arial"/>
              <a:buChar char="•"/>
              <a:tabLst>
                <a:tab pos="0" algn="l"/>
              </a:tabLst>
            </a:pPr>
            <a:r>
              <a:rPr lang="en-US" sz="1800" b="0" u="none" strike="noStrike">
                <a:solidFill>
                  <a:schemeClr val="dk2"/>
                </a:solidFill>
                <a:effectLst/>
                <a:uFillTx/>
                <a:latin typeface="Times New Roman"/>
              </a:rPr>
              <a:t>Third level</a:t>
            </a:r>
            <a:endParaRPr lang="en-US" sz="1800" b="0" u="none" strike="noStrike">
              <a:solidFill>
                <a:schemeClr val="dk2"/>
              </a:solidFill>
              <a:effectLst/>
              <a:uFillTx/>
              <a:latin typeface="Times New Roman"/>
            </a:endParaRPr>
          </a:p>
        </p:txBody>
      </p:sp>
      <p:sp>
        <p:nvSpPr>
          <p:cNvPr id="93" name="PlaceHolder 6"/>
          <p:cNvSpPr>
            <a:spLocks noGrp="1"/>
          </p:cNvSpPr>
          <p:nvPr>
            <p:ph type="body" hasCustomPrompt="1"/>
          </p:nvPr>
        </p:nvSpPr>
        <p:spPr>
          <a:xfrm>
            <a:off x="343080" y="4635000"/>
            <a:ext cx="8457840" cy="698040"/>
          </a:xfrm>
          <a:prstGeom prst="rect">
            <a:avLst/>
          </a:prstGeom>
          <a:noFill/>
          <a:ln w="0">
            <a:noFill/>
          </a:ln>
        </p:spPr>
        <p:txBody>
          <a:bodyPr lIns="91440" tIns="45720" rIns="91440" bIns="45720" anchor="t">
            <a:noAutofit/>
          </a:bodyPr>
          <a:lstStyle>
            <a:lvl1pPr indent="0" algn="l" defTabSz="914400">
              <a:lnSpc>
                <a:spcPct val="100000"/>
              </a:lnSpc>
              <a:spcAft>
                <a:spcPts val="799"/>
              </a:spcAft>
              <a:buNone/>
              <a:tabLst>
                <a:tab pos="0" algn="l"/>
              </a:tabLst>
              <a:defRPr lang="en-US" sz="2000" b="0" u="none" strike="noStrike">
                <a:solidFill>
                  <a:schemeClr val="dk2"/>
                </a:solidFill>
                <a:effectLst/>
                <a:uFillTx/>
                <a:latin typeface="Times New Roman"/>
              </a:defRPr>
            </a:lvl1pPr>
            <a:lvl2pPr lvl="1" algn="l" defTabSz="914400">
              <a:lnSpc>
                <a:spcPct val="100000"/>
              </a:lnSpc>
              <a:spcBef>
                <a:spcPts val="799"/>
              </a:spcBef>
              <a:spcAft>
                <a:spcPts val="799"/>
              </a:spcAft>
              <a:buClr>
                <a:srgbClr val="000000"/>
              </a:buClr>
              <a:buFont typeface="Arial"/>
              <a:buChar char="•"/>
              <a:tabLst>
                <a:tab pos="0" algn="l"/>
              </a:tabLst>
              <a:defRPr lang="en-US" sz="2000" b="0" u="none" strike="noStrike">
                <a:solidFill>
                  <a:schemeClr val="dk2"/>
                </a:solidFill>
                <a:effectLst/>
                <a:uFillTx/>
                <a:latin typeface="Times New Roman"/>
              </a:defRPr>
            </a:lvl2pPr>
            <a:lvl3pPr lvl="2" algn="l" defTabSz="914400">
              <a:lnSpc>
                <a:spcPct val="100000"/>
              </a:lnSpc>
              <a:spcBef>
                <a:spcPts val="799"/>
              </a:spcBef>
              <a:spcAft>
                <a:spcPts val="799"/>
              </a:spcAft>
              <a:buClr>
                <a:srgbClr val="000000"/>
              </a:buClr>
              <a:buFont typeface="Arial"/>
              <a:buChar char="•"/>
              <a:tabLst>
                <a:tab pos="0" algn="l"/>
              </a:tabLst>
              <a:defRPr lang="en-US" sz="1800" b="0" u="none" strike="noStrike">
                <a:solidFill>
                  <a:schemeClr val="dk2"/>
                </a:solidFill>
                <a:effectLst/>
                <a:uFillTx/>
                <a:latin typeface="Times New Roman"/>
              </a:defRPr>
            </a:lvl3pPr>
          </a:lstStyle>
          <a:p>
            <a:pPr indent="0" algn="l" defTabSz="914400">
              <a:lnSpc>
                <a:spcPct val="100000"/>
              </a:lnSpc>
              <a:spcAft>
                <a:spcPts val="799"/>
              </a:spcAft>
              <a:buNone/>
              <a:tabLst>
                <a:tab pos="0" algn="l"/>
              </a:tabLst>
            </a:pPr>
            <a:r>
              <a:rPr lang="en-US" sz="2000" b="0" u="none" strike="noStrike">
                <a:solidFill>
                  <a:schemeClr val="dk2"/>
                </a:solidFill>
                <a:effectLst/>
                <a:uFillTx/>
                <a:latin typeface="Times New Roman"/>
              </a:rPr>
              <a:t>Slide Content 5</a:t>
            </a:r>
            <a:endParaRPr lang="en-US" sz="2000" b="0" u="none" strike="noStrike">
              <a:solidFill>
                <a:schemeClr val="dk1">
                  <a:lumMod val="65000"/>
                  <a:lumOff val="35000"/>
                </a:schemeClr>
              </a:solidFill>
              <a:effectLst/>
              <a:uFillTx/>
              <a:latin typeface="Times New Roman"/>
            </a:endParaRPr>
          </a:p>
          <a:p>
            <a:pPr marL="344520" lvl="1" indent="-343080" algn="l" defTabSz="914400">
              <a:lnSpc>
                <a:spcPct val="100000"/>
              </a:lnSpc>
              <a:spcBef>
                <a:spcPts val="799"/>
              </a:spcBef>
              <a:spcAft>
                <a:spcPts val="799"/>
              </a:spcAft>
              <a:buClr>
                <a:srgbClr val="000000"/>
              </a:buClr>
              <a:buFont typeface="Arial"/>
              <a:buChar char="•"/>
              <a:tabLst>
                <a:tab pos="0" algn="l"/>
              </a:tabLst>
            </a:pPr>
            <a:r>
              <a:rPr lang="en-US" sz="2000" b="0" u="none" strike="noStrike">
                <a:solidFill>
                  <a:schemeClr val="dk2"/>
                </a:solidFill>
                <a:effectLst/>
                <a:uFillTx/>
                <a:latin typeface="Times New Roman"/>
              </a:rPr>
              <a:t>Second level</a:t>
            </a:r>
            <a:endParaRPr lang="en-US" sz="2000" b="0" u="none" strike="noStrike">
              <a:solidFill>
                <a:schemeClr val="dk2"/>
              </a:solidFill>
              <a:effectLst/>
              <a:uFillTx/>
              <a:latin typeface="Times New Roman"/>
            </a:endParaRPr>
          </a:p>
          <a:p>
            <a:pPr marL="517680" lvl="2" indent="-285840" algn="l" defTabSz="914400">
              <a:lnSpc>
                <a:spcPct val="100000"/>
              </a:lnSpc>
              <a:spcBef>
                <a:spcPts val="799"/>
              </a:spcBef>
              <a:spcAft>
                <a:spcPts val="799"/>
              </a:spcAft>
              <a:buClr>
                <a:srgbClr val="000000"/>
              </a:buClr>
              <a:buFont typeface="Arial"/>
              <a:buChar char="•"/>
              <a:tabLst>
                <a:tab pos="0" algn="l"/>
              </a:tabLst>
            </a:pPr>
            <a:r>
              <a:rPr lang="en-US" sz="1800" b="0" u="none" strike="noStrike">
                <a:solidFill>
                  <a:schemeClr val="dk2"/>
                </a:solidFill>
                <a:effectLst/>
                <a:uFillTx/>
                <a:latin typeface="Times New Roman"/>
              </a:rPr>
              <a:t>Third level</a:t>
            </a:r>
            <a:endParaRPr lang="en-US" sz="1800" b="0" u="none" strike="noStrike">
              <a:solidFill>
                <a:schemeClr val="dk2"/>
              </a:solidFill>
              <a:effectLst/>
              <a:uFillTx/>
              <a:latin typeface="Times New Roman"/>
            </a:endParaRPr>
          </a:p>
        </p:txBody>
      </p:sp>
      <p:sp>
        <p:nvSpPr>
          <p:cNvPr id="94" name="PlaceHolder 7"/>
          <p:cNvSpPr>
            <a:spLocks noGrp="1"/>
          </p:cNvSpPr>
          <p:nvPr>
            <p:ph type="body" hasCustomPrompt="1"/>
          </p:nvPr>
        </p:nvSpPr>
        <p:spPr>
          <a:xfrm>
            <a:off x="343080" y="5514840"/>
            <a:ext cx="8457840" cy="732960"/>
          </a:xfrm>
          <a:prstGeom prst="rect">
            <a:avLst/>
          </a:prstGeom>
          <a:noFill/>
          <a:ln w="0">
            <a:noFill/>
          </a:ln>
        </p:spPr>
        <p:txBody>
          <a:bodyPr lIns="91440" tIns="45720" rIns="91440" bIns="45720" anchor="t">
            <a:noAutofit/>
          </a:bodyPr>
          <a:lstStyle>
            <a:lvl1pPr indent="0" algn="l" defTabSz="914400">
              <a:lnSpc>
                <a:spcPct val="100000"/>
              </a:lnSpc>
              <a:spcAft>
                <a:spcPts val="799"/>
              </a:spcAft>
              <a:buNone/>
              <a:tabLst>
                <a:tab pos="0" algn="l"/>
              </a:tabLst>
              <a:defRPr lang="en-US" sz="2000" b="0" u="none" strike="noStrike">
                <a:solidFill>
                  <a:schemeClr val="dk2"/>
                </a:solidFill>
                <a:effectLst/>
                <a:uFillTx/>
                <a:latin typeface="Times New Roman"/>
              </a:defRPr>
            </a:lvl1pPr>
            <a:lvl2pPr lvl="1" algn="l" defTabSz="914400">
              <a:lnSpc>
                <a:spcPct val="100000"/>
              </a:lnSpc>
              <a:spcBef>
                <a:spcPts val="799"/>
              </a:spcBef>
              <a:spcAft>
                <a:spcPts val="799"/>
              </a:spcAft>
              <a:buClr>
                <a:srgbClr val="000000"/>
              </a:buClr>
              <a:buFont typeface="Arial"/>
              <a:buChar char="•"/>
              <a:tabLst>
                <a:tab pos="0" algn="l"/>
              </a:tabLst>
              <a:defRPr lang="en-US" sz="2000" b="0" u="none" strike="noStrike">
                <a:solidFill>
                  <a:schemeClr val="dk2"/>
                </a:solidFill>
                <a:effectLst/>
                <a:uFillTx/>
                <a:latin typeface="Times New Roman"/>
              </a:defRPr>
            </a:lvl2pPr>
            <a:lvl3pPr lvl="2" algn="l" defTabSz="914400">
              <a:lnSpc>
                <a:spcPct val="100000"/>
              </a:lnSpc>
              <a:spcBef>
                <a:spcPts val="799"/>
              </a:spcBef>
              <a:spcAft>
                <a:spcPts val="799"/>
              </a:spcAft>
              <a:buClr>
                <a:srgbClr val="000000"/>
              </a:buClr>
              <a:buFont typeface="Arial"/>
              <a:buChar char="•"/>
              <a:tabLst>
                <a:tab pos="0" algn="l"/>
              </a:tabLst>
              <a:defRPr lang="en-US" sz="1800" b="0" u="none" strike="noStrike">
                <a:solidFill>
                  <a:schemeClr val="dk2"/>
                </a:solidFill>
                <a:effectLst/>
                <a:uFillTx/>
                <a:latin typeface="Times New Roman"/>
              </a:defRPr>
            </a:lvl3pPr>
          </a:lstStyle>
          <a:p>
            <a:pPr indent="0" algn="l" defTabSz="914400">
              <a:lnSpc>
                <a:spcPct val="100000"/>
              </a:lnSpc>
              <a:spcAft>
                <a:spcPts val="799"/>
              </a:spcAft>
              <a:buNone/>
              <a:tabLst>
                <a:tab pos="0" algn="l"/>
              </a:tabLst>
            </a:pPr>
            <a:r>
              <a:rPr lang="en-US" sz="2000" b="0" u="none" strike="noStrike">
                <a:solidFill>
                  <a:schemeClr val="dk2"/>
                </a:solidFill>
                <a:effectLst/>
                <a:uFillTx/>
                <a:latin typeface="Times New Roman"/>
              </a:rPr>
              <a:t>Slide Content 6</a:t>
            </a:r>
            <a:endParaRPr lang="en-US" sz="2000" b="0" u="none" strike="noStrike">
              <a:solidFill>
                <a:schemeClr val="dk1">
                  <a:lumMod val="65000"/>
                  <a:lumOff val="35000"/>
                </a:schemeClr>
              </a:solidFill>
              <a:effectLst/>
              <a:uFillTx/>
              <a:latin typeface="Times New Roman"/>
            </a:endParaRPr>
          </a:p>
          <a:p>
            <a:pPr marL="344520" lvl="1" indent="-343080" algn="l" defTabSz="914400">
              <a:lnSpc>
                <a:spcPct val="100000"/>
              </a:lnSpc>
              <a:spcBef>
                <a:spcPts val="799"/>
              </a:spcBef>
              <a:spcAft>
                <a:spcPts val="799"/>
              </a:spcAft>
              <a:buClr>
                <a:srgbClr val="000000"/>
              </a:buClr>
              <a:buFont typeface="Arial"/>
              <a:buChar char="•"/>
              <a:tabLst>
                <a:tab pos="0" algn="l"/>
              </a:tabLst>
            </a:pPr>
            <a:r>
              <a:rPr lang="en-US" sz="2000" b="0" u="none" strike="noStrike">
                <a:solidFill>
                  <a:schemeClr val="dk2"/>
                </a:solidFill>
                <a:effectLst/>
                <a:uFillTx/>
                <a:latin typeface="Times New Roman"/>
              </a:rPr>
              <a:t>Second level</a:t>
            </a:r>
            <a:endParaRPr lang="en-US" sz="2000" b="0" u="none" strike="noStrike">
              <a:solidFill>
                <a:schemeClr val="dk2"/>
              </a:solidFill>
              <a:effectLst/>
              <a:uFillTx/>
              <a:latin typeface="Times New Roman"/>
            </a:endParaRPr>
          </a:p>
          <a:p>
            <a:pPr marL="517680" lvl="2" indent="-285840" algn="l" defTabSz="914400">
              <a:lnSpc>
                <a:spcPct val="100000"/>
              </a:lnSpc>
              <a:spcBef>
                <a:spcPts val="799"/>
              </a:spcBef>
              <a:spcAft>
                <a:spcPts val="799"/>
              </a:spcAft>
              <a:buClr>
                <a:srgbClr val="000000"/>
              </a:buClr>
              <a:buFont typeface="Arial"/>
              <a:buChar char="•"/>
              <a:tabLst>
                <a:tab pos="0" algn="l"/>
              </a:tabLst>
            </a:pPr>
            <a:r>
              <a:rPr lang="en-US" sz="1800" b="0" u="none" strike="noStrike">
                <a:solidFill>
                  <a:schemeClr val="dk2"/>
                </a:solidFill>
                <a:effectLst/>
                <a:uFillTx/>
                <a:latin typeface="Times New Roman"/>
              </a:rPr>
              <a:t>Third level</a:t>
            </a:r>
            <a:endParaRPr lang="en-US" sz="1800" b="0" u="none" strike="noStrike">
              <a:solidFill>
                <a:schemeClr val="dk2"/>
              </a:solidFill>
              <a:effectLst/>
              <a:uFillTx/>
              <a:latin typeface="Times New Roman"/>
            </a:endParaRPr>
          </a:p>
        </p:txBody>
      </p:sp>
      <p:sp>
        <p:nvSpPr>
          <p:cNvPr id="95" name="PlaceHolder 8"/>
          <p:cNvSpPr>
            <a:spLocks noGrp="1"/>
          </p:cNvSpPr>
          <p:nvPr>
            <p:ph type="body" hasCustomPrompt="1"/>
          </p:nvPr>
        </p:nvSpPr>
        <p:spPr>
          <a:xfrm>
            <a:off x="3369600" y="6324480"/>
            <a:ext cx="2404440" cy="190080"/>
          </a:xfrm>
          <a:prstGeom prst="rect">
            <a:avLst/>
          </a:prstGeom>
          <a:noFill/>
          <a:ln w="0">
            <a:noFill/>
          </a:ln>
        </p:spPr>
        <p:txBody>
          <a:bodyPr lIns="91440" tIns="45720" rIns="91440" bIns="45720" anchor="b">
            <a:noAutofit/>
          </a:bodyPr>
          <a:lstStyle>
            <a:lvl1pPr indent="0" algn="ctr" defTabSz="914400">
              <a:lnSpc>
                <a:spcPct val="100000"/>
              </a:lnSpc>
              <a:spcAft>
                <a:spcPts val="799"/>
              </a:spcAft>
              <a:buNone/>
              <a:tabLst>
                <a:tab pos="0" algn="l"/>
              </a:tabLst>
              <a:defRPr lang="en-US" sz="900" b="0" u="none" strike="noStrike">
                <a:solidFill>
                  <a:schemeClr val="dk2"/>
                </a:solidFill>
                <a:effectLst/>
                <a:uFillTx/>
                <a:latin typeface="Times New Roman"/>
              </a:defRPr>
            </a:lvl1pPr>
          </a:lstStyle>
          <a:p>
            <a:pPr indent="0" algn="ctr" defTabSz="914400">
              <a:lnSpc>
                <a:spcPct val="100000"/>
              </a:lnSpc>
              <a:spcAft>
                <a:spcPts val="799"/>
              </a:spcAft>
              <a:buNone/>
              <a:tabLst>
                <a:tab pos="0" algn="l"/>
              </a:tabLst>
            </a:pPr>
            <a:r>
              <a:rPr lang="en-US" sz="900" b="0" u="none" strike="noStrike">
                <a:solidFill>
                  <a:schemeClr val="dk2"/>
                </a:solidFill>
                <a:effectLst/>
                <a:uFillTx/>
                <a:latin typeface="Times New Roman"/>
              </a:rPr>
              <a:t>Add text alternative link, if needed.</a:t>
            </a:r>
            <a:endParaRPr lang="en-US" sz="900" b="0" u="none" strike="noStrike">
              <a:solidFill>
                <a:schemeClr val="dk1">
                  <a:lumMod val="65000"/>
                  <a:lumOff val="35000"/>
                </a:schemeClr>
              </a:solidFill>
              <a:effectLst/>
              <a:uFillTx/>
              <a:latin typeface="Times New Roman"/>
            </a:endParaRPr>
          </a:p>
        </p:txBody>
      </p:sp>
      <p:sp>
        <p:nvSpPr>
          <p:cNvPr id="96" name="PlaceHolder 9"/>
          <p:cNvSpPr>
            <a:spLocks noGrp="1"/>
          </p:cNvSpPr>
          <p:nvPr>
            <p:ph type="body" hasCustomPrompt="1"/>
          </p:nvPr>
        </p:nvSpPr>
        <p:spPr>
          <a:xfrm>
            <a:off x="1562040" y="6684840"/>
            <a:ext cx="6971760" cy="172800"/>
          </a:xfrm>
          <a:prstGeom prst="rect">
            <a:avLst/>
          </a:prstGeom>
          <a:noFill/>
          <a:ln w="0">
            <a:noFill/>
          </a:ln>
        </p:spPr>
        <p:txBody>
          <a:bodyPr lIns="91440" tIns="45720" rIns="91440" bIns="45720" anchor="ctr">
            <a:noAutofit/>
          </a:bodyPr>
          <a:lstStyle>
            <a:lvl1pPr indent="0" algn="r" defTabSz="914400">
              <a:lnSpc>
                <a:spcPct val="100000"/>
              </a:lnSpc>
              <a:spcAft>
                <a:spcPts val="799"/>
              </a:spcAft>
              <a:buNone/>
              <a:tabLst>
                <a:tab pos="0" algn="l"/>
              </a:tabLst>
              <a:defRPr lang="en-US" sz="800" b="0" u="none" strike="noStrike">
                <a:solidFill>
                  <a:schemeClr val="dk1">
                    <a:lumMod val="65000"/>
                    <a:lumOff val="35000"/>
                  </a:schemeClr>
                </a:solidFill>
                <a:effectLst/>
                <a:uFillTx/>
                <a:latin typeface="Times New Roman"/>
              </a:defRPr>
            </a:lvl1pPr>
          </a:lstStyle>
          <a:p>
            <a:pPr indent="0" algn="r" defTabSz="914400">
              <a:lnSpc>
                <a:spcPct val="100000"/>
              </a:lnSpc>
              <a:spcAft>
                <a:spcPts val="799"/>
              </a:spcAft>
              <a:buNone/>
              <a:tabLst>
                <a:tab pos="0" algn="l"/>
              </a:tabLst>
            </a:pPr>
            <a:r>
              <a:rPr lang="en-US" sz="800" b="0" u="none" strike="noStrike">
                <a:solidFill>
                  <a:schemeClr val="dk1">
                    <a:lumMod val="65000"/>
                    <a:lumOff val="35000"/>
                  </a:schemeClr>
                </a:solidFill>
                <a:effectLst/>
                <a:uFillTx/>
                <a:latin typeface="Times New Roman"/>
              </a:rPr>
              <a:t>Insert Image Credit Here</a:t>
            </a:r>
            <a:endParaRPr lang="en-US" sz="800" b="0" u="none" strike="noStrike">
              <a:solidFill>
                <a:schemeClr val="dk1">
                  <a:lumMod val="65000"/>
                  <a:lumOff val="35000"/>
                </a:schemeClr>
              </a:solidFill>
              <a:effectLst/>
              <a:uFillTx/>
              <a:latin typeface="Times New Roman"/>
            </a:endParaRPr>
          </a:p>
        </p:txBody>
      </p:sp>
      <p:sp>
        <p:nvSpPr>
          <p:cNvPr id="97" name="PlaceHolder 10"/>
          <p:cNvSpPr>
            <a:spLocks noGrp="1"/>
          </p:cNvSpPr>
          <p:nvPr>
            <p:ph type="sldNum" idx="10"/>
          </p:nvPr>
        </p:nvSpPr>
        <p:spPr>
          <a:xfrm>
            <a:off x="8626320" y="6673680"/>
            <a:ext cx="355320" cy="160920"/>
          </a:xfrm>
          <a:prstGeom prst="rect">
            <a:avLst/>
          </a:prstGeom>
          <a:noFill/>
          <a:ln w="0">
            <a:noFill/>
          </a:ln>
        </p:spPr>
        <p:txBody>
          <a:bodyPr lIns="45720" tIns="45720" rIns="45720" bIns="45720" anchor="ctr">
            <a:noAutofit/>
          </a:bodyPr>
          <a:lstStyle>
            <a:lvl1pPr indent="0" algn="r" defTabSz="914400">
              <a:lnSpc>
                <a:spcPct val="100000"/>
              </a:lnSpc>
              <a:buNone/>
              <a:defRPr lang="en-US" sz="800" b="0" u="none" strike="noStrike">
                <a:solidFill>
                  <a:schemeClr val="dk1">
                    <a:lumMod val="65000"/>
                    <a:lumOff val="35000"/>
                  </a:schemeClr>
                </a:solidFill>
                <a:effectLst/>
                <a:uFillTx/>
                <a:latin typeface="Times New Roman"/>
              </a:defRPr>
            </a:lvl1pPr>
          </a:lstStyle>
          <a:p>
            <a:pPr indent="0" algn="r" defTabSz="914400">
              <a:lnSpc>
                <a:spcPct val="100000"/>
              </a:lnSpc>
              <a:buNone/>
            </a:pPr>
            <a:fld id="{627A16CC-05E0-4D0B-BB8C-C9B0B1E73A32}" type="slidenum">
              <a:rPr lang="en-US" sz="800" b="0" u="none" strike="noStrike">
                <a:solidFill>
                  <a:schemeClr val="dk1">
                    <a:lumMod val="65000"/>
                    <a:lumOff val="35000"/>
                  </a:schemeClr>
                </a:solidFill>
                <a:effectLst/>
                <a:uFillTx/>
                <a:latin typeface="Times New Roman"/>
              </a:rPr>
              <a:t>&lt;number&gt;</a:t>
            </a:fld>
            <a:endParaRPr lang="en-US" sz="8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Six Main Placeholders">
    <p:bg>
      <p:bgPr>
        <a:solidFill>
          <a:srgbClr val="FFFFFF"/>
        </a:solidFill>
      </p:bgPr>
    </p:bg>
    <p:spTree>
      <p:nvGrpSpPr>
        <p:cNvPr id="1" name=""/>
        <p:cNvGrpSpPr/>
        <p:nvPr/>
      </p:nvGrpSpPr>
      <p:grpSpPr>
        <a:xfrm>
          <a:off x="0" y="0"/>
          <a:ext cx="0" cy="0"/>
          <a:chOff x="0" y="0"/>
          <a:chExt cx="0" cy="0"/>
        </a:xfrm>
      </p:grpSpPr>
      <p:sp>
        <p:nvSpPr>
          <p:cNvPr id="98" name="MGH Yellow Line">
            <a:extLst>
              <a:ext uri="{C183D7F6-B498-43B3-948B-1728B52AA6E4}">
                <adec:decorative xmlns:adec="http://schemas.microsoft.com/office/drawing/2017/decorative" val="1"/>
              </a:ext>
            </a:extLst>
          </p:cNvPr>
          <p:cNvSpPr/>
          <p:nvPr/>
        </p:nvSpPr>
        <p:spPr>
          <a:xfrm>
            <a:off x="0" y="6622200"/>
            <a:ext cx="9143640" cy="543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9720" rIns="90000" bIns="9720" anchor="ctr">
            <a:noAutofit/>
          </a:bodyPr>
          <a:p>
            <a:endParaRPr lang="en-US" sz="1800" b="0" u="none" strike="noStrike">
              <a:solidFill>
                <a:schemeClr val="lt1"/>
              </a:solidFill>
              <a:effectLst/>
              <a:uFillTx/>
              <a:latin typeface="Times New Roman"/>
            </a:endParaRPr>
          </a:p>
        </p:txBody>
      </p:sp>
      <p:sp>
        <p:nvSpPr>
          <p:cNvPr id="99" name="Short Copyright"/>
          <p:cNvSpPr/>
          <p:nvPr/>
        </p:nvSpPr>
        <p:spPr>
          <a:xfrm>
            <a:off x="215640" y="6664320"/>
            <a:ext cx="1233360" cy="214920"/>
          </a:xfrm>
          <a:prstGeom prst="rect">
            <a:avLst/>
          </a:prstGeom>
          <a:noFill/>
          <a:ln w="0">
            <a:noFill/>
          </a:ln>
        </p:spPr>
        <p:style>
          <a:lnRef idx="0"/>
          <a:fillRef idx="0"/>
          <a:effectRef idx="0"/>
          <a:fontRef idx="minor"/>
        </p:style>
        <p:txBody>
          <a:bodyPr lIns="45720" tIns="45000" rIns="45720" bIns="45000" anchor="ctr">
            <a:spAutoFit/>
          </a:bodyPr>
          <a:p>
            <a:pPr defTabSz="914400">
              <a:lnSpc>
                <a:spcPct val="100000"/>
              </a:lnSpc>
            </a:pPr>
            <a:r>
              <a:rPr lang="en-US" sz="800" b="0" u="none" strike="noStrike">
                <a:solidFill>
                  <a:schemeClr val="dk1">
                    <a:lumMod val="65000"/>
                    <a:lumOff val="35000"/>
                  </a:schemeClr>
                </a:solidFill>
                <a:effectLst/>
                <a:uFillTx/>
                <a:latin typeface="Times New Roman"/>
              </a:rPr>
              <a:t>© McGraw Hill</a:t>
            </a:r>
            <a:endParaRPr lang="en-US" sz="800" b="0" u="none" strike="noStrike">
              <a:solidFill>
                <a:srgbClr val="000000"/>
              </a:solidFill>
              <a:effectLst/>
              <a:uFillTx/>
              <a:latin typeface="Arial"/>
            </a:endParaRPr>
          </a:p>
        </p:txBody>
      </p:sp>
      <p:sp>
        <p:nvSpPr>
          <p:cNvPr id="100" name="PlaceHolder 1"/>
          <p:cNvSpPr>
            <a:spLocks noGrp="1"/>
          </p:cNvSpPr>
          <p:nvPr>
            <p:ph type="title" hasCustomPrompt="1"/>
          </p:nvPr>
        </p:nvSpPr>
        <p:spPr>
          <a:xfrm>
            <a:off x="343080" y="304920"/>
            <a:ext cx="8457840" cy="678240"/>
          </a:xfrm>
          <a:prstGeom prst="rect">
            <a:avLst/>
          </a:prstGeom>
          <a:noFill/>
          <a:ln w="0">
            <a:noFill/>
          </a:ln>
        </p:spPr>
        <p:txBody>
          <a:bodyPr lIns="91440" tIns="45720" rIns="91440" bIns="45720" anchor="ctr">
            <a:normAutofit/>
          </a:bodyPr>
          <a:lstStyle>
            <a:lvl1pPr indent="0" algn="l" defTabSz="914400">
              <a:lnSpc>
                <a:spcPct val="90000"/>
              </a:lnSpc>
              <a:buNone/>
              <a:defRPr lang="en-US" sz="4000" b="1" u="none" strike="noStrike">
                <a:solidFill>
                  <a:schemeClr val="dk2"/>
                </a:solidFill>
                <a:effectLst/>
                <a:uFillTx/>
                <a:latin typeface="Times New Roman"/>
              </a:defRPr>
            </a:lvl1pPr>
          </a:lstStyle>
          <a:p>
            <a:pPr indent="0" algn="l" defTabSz="914400">
              <a:lnSpc>
                <a:spcPct val="90000"/>
              </a:lnSpc>
              <a:buNone/>
            </a:pPr>
            <a:r>
              <a:rPr lang="en-US" sz="4000" b="1" u="none" strike="noStrike">
                <a:solidFill>
                  <a:schemeClr val="dk2"/>
                </a:solidFill>
                <a:effectLst/>
                <a:uFillTx/>
                <a:latin typeface="Times New Roman"/>
              </a:rPr>
              <a:t>Slide Title</a:t>
            </a:r>
            <a:endParaRPr lang="en-US" sz="4000" b="1" u="none" strike="noStrike">
              <a:solidFill>
                <a:schemeClr val="dk2"/>
              </a:solidFill>
              <a:effectLst/>
              <a:uFillTx/>
              <a:latin typeface="Times New Roman"/>
            </a:endParaRPr>
          </a:p>
        </p:txBody>
      </p:sp>
      <p:sp>
        <p:nvSpPr>
          <p:cNvPr id="101" name="PlaceHolder 2"/>
          <p:cNvSpPr>
            <a:spLocks noGrp="1"/>
          </p:cNvSpPr>
          <p:nvPr>
            <p:ph type="body" hasCustomPrompt="1"/>
          </p:nvPr>
        </p:nvSpPr>
        <p:spPr>
          <a:xfrm>
            <a:off x="343080" y="1276560"/>
            <a:ext cx="8457840" cy="612000"/>
          </a:xfrm>
          <a:prstGeom prst="rect">
            <a:avLst/>
          </a:prstGeom>
          <a:noFill/>
          <a:ln w="0">
            <a:noFill/>
          </a:ln>
        </p:spPr>
        <p:txBody>
          <a:bodyPr lIns="91440" tIns="45720" rIns="91440" bIns="45720" anchor="t">
            <a:noAutofit/>
          </a:bodyPr>
          <a:lstStyle>
            <a:lvl1pPr indent="0" algn="l" defTabSz="914400">
              <a:lnSpc>
                <a:spcPct val="100000"/>
              </a:lnSpc>
              <a:spcAft>
                <a:spcPts val="799"/>
              </a:spcAft>
              <a:buNone/>
              <a:tabLst>
                <a:tab pos="0" algn="l"/>
              </a:tabLst>
              <a:defRPr lang="en-US" sz="2000" b="0" u="none" strike="noStrike">
                <a:solidFill>
                  <a:schemeClr val="dk2"/>
                </a:solidFill>
                <a:effectLst/>
                <a:uFillTx/>
                <a:latin typeface="Times New Roman"/>
              </a:defRPr>
            </a:lvl1pPr>
            <a:lvl2pPr lvl="1" algn="l" defTabSz="914400">
              <a:lnSpc>
                <a:spcPct val="100000"/>
              </a:lnSpc>
              <a:spcBef>
                <a:spcPts val="799"/>
              </a:spcBef>
              <a:spcAft>
                <a:spcPts val="799"/>
              </a:spcAft>
              <a:buClr>
                <a:srgbClr val="000000"/>
              </a:buClr>
              <a:buFont typeface="Arial"/>
              <a:buChar char="•"/>
              <a:tabLst>
                <a:tab pos="0" algn="l"/>
              </a:tabLst>
              <a:defRPr lang="en-US" sz="2000" b="0" u="none" strike="noStrike">
                <a:solidFill>
                  <a:schemeClr val="dk2"/>
                </a:solidFill>
                <a:effectLst/>
                <a:uFillTx/>
                <a:latin typeface="Times New Roman"/>
              </a:defRPr>
            </a:lvl2pPr>
            <a:lvl3pPr lvl="2" algn="l" defTabSz="914400">
              <a:lnSpc>
                <a:spcPct val="100000"/>
              </a:lnSpc>
              <a:spcBef>
                <a:spcPts val="799"/>
              </a:spcBef>
              <a:spcAft>
                <a:spcPts val="799"/>
              </a:spcAft>
              <a:buClr>
                <a:srgbClr val="000000"/>
              </a:buClr>
              <a:buFont typeface="Arial"/>
              <a:buChar char="•"/>
              <a:tabLst>
                <a:tab pos="0" algn="l"/>
              </a:tabLst>
              <a:defRPr lang="en-US" sz="1800" b="0" u="none" strike="noStrike">
                <a:solidFill>
                  <a:schemeClr val="dk2"/>
                </a:solidFill>
                <a:effectLst/>
                <a:uFillTx/>
                <a:latin typeface="Times New Roman"/>
              </a:defRPr>
            </a:lvl3pPr>
          </a:lstStyle>
          <a:p>
            <a:pPr indent="0" algn="l" defTabSz="914400">
              <a:lnSpc>
                <a:spcPct val="100000"/>
              </a:lnSpc>
              <a:spcAft>
                <a:spcPts val="799"/>
              </a:spcAft>
              <a:buNone/>
              <a:tabLst>
                <a:tab pos="0" algn="l"/>
              </a:tabLst>
            </a:pPr>
            <a:r>
              <a:rPr lang="en-US" sz="2000" b="0" u="none" strike="noStrike">
                <a:solidFill>
                  <a:schemeClr val="dk2"/>
                </a:solidFill>
                <a:effectLst/>
                <a:uFillTx/>
                <a:latin typeface="Times New Roman"/>
              </a:rPr>
              <a:t>Slide Content</a:t>
            </a:r>
            <a:endParaRPr lang="en-US" sz="2000" b="0" u="none" strike="noStrike">
              <a:solidFill>
                <a:schemeClr val="dk2"/>
              </a:solidFill>
              <a:effectLst/>
              <a:uFillTx/>
              <a:latin typeface="Times New Roman"/>
            </a:endParaRPr>
          </a:p>
          <a:p>
            <a:pPr marL="344520" lvl="1" indent="-343080" algn="l" defTabSz="914400">
              <a:lnSpc>
                <a:spcPct val="100000"/>
              </a:lnSpc>
              <a:spcBef>
                <a:spcPts val="799"/>
              </a:spcBef>
              <a:spcAft>
                <a:spcPts val="799"/>
              </a:spcAft>
              <a:buClr>
                <a:srgbClr val="000000"/>
              </a:buClr>
              <a:buFont typeface="Arial"/>
              <a:buChar char="•"/>
              <a:tabLst>
                <a:tab pos="0" algn="l"/>
              </a:tabLst>
            </a:pPr>
            <a:r>
              <a:rPr lang="en-US" sz="2000" b="0" u="none" strike="noStrike">
                <a:solidFill>
                  <a:schemeClr val="dk2"/>
                </a:solidFill>
                <a:effectLst/>
                <a:uFillTx/>
                <a:latin typeface="Times New Roman"/>
              </a:rPr>
              <a:t>Second level</a:t>
            </a:r>
            <a:endParaRPr lang="en-US" sz="2000" b="0" u="none" strike="noStrike">
              <a:solidFill>
                <a:schemeClr val="dk2"/>
              </a:solidFill>
              <a:effectLst/>
              <a:uFillTx/>
              <a:latin typeface="Times New Roman"/>
            </a:endParaRPr>
          </a:p>
          <a:p>
            <a:pPr marL="517680" lvl="2" indent="-285840" algn="l" defTabSz="914400">
              <a:lnSpc>
                <a:spcPct val="100000"/>
              </a:lnSpc>
              <a:spcBef>
                <a:spcPts val="799"/>
              </a:spcBef>
              <a:spcAft>
                <a:spcPts val="799"/>
              </a:spcAft>
              <a:buClr>
                <a:srgbClr val="000000"/>
              </a:buClr>
              <a:buFont typeface="Arial"/>
              <a:buChar char="•"/>
              <a:tabLst>
                <a:tab pos="0" algn="l"/>
              </a:tabLst>
            </a:pPr>
            <a:r>
              <a:rPr lang="en-US" sz="1800" b="0" u="none" strike="noStrike">
                <a:solidFill>
                  <a:schemeClr val="dk2"/>
                </a:solidFill>
                <a:effectLst/>
                <a:uFillTx/>
                <a:latin typeface="Times New Roman"/>
              </a:rPr>
              <a:t>Third level</a:t>
            </a:r>
            <a:endParaRPr lang="en-US" sz="1800" b="0" u="none" strike="noStrike">
              <a:solidFill>
                <a:schemeClr val="dk2"/>
              </a:solidFill>
              <a:effectLst/>
              <a:uFillTx/>
              <a:latin typeface="Times New Roman"/>
            </a:endParaRPr>
          </a:p>
        </p:txBody>
      </p:sp>
      <p:sp>
        <p:nvSpPr>
          <p:cNvPr id="102" name="PlaceHolder 3"/>
          <p:cNvSpPr>
            <a:spLocks noGrp="1"/>
          </p:cNvSpPr>
          <p:nvPr>
            <p:ph type="body" hasCustomPrompt="1"/>
          </p:nvPr>
        </p:nvSpPr>
        <p:spPr>
          <a:xfrm>
            <a:off x="343080" y="2070360"/>
            <a:ext cx="8457840" cy="648720"/>
          </a:xfrm>
          <a:prstGeom prst="rect">
            <a:avLst/>
          </a:prstGeom>
          <a:noFill/>
          <a:ln w="0">
            <a:noFill/>
          </a:ln>
        </p:spPr>
        <p:txBody>
          <a:bodyPr lIns="91440" tIns="45720" rIns="91440" bIns="45720" anchor="t">
            <a:noAutofit/>
          </a:bodyPr>
          <a:lstStyle>
            <a:lvl1pPr indent="0" algn="l" defTabSz="914400">
              <a:lnSpc>
                <a:spcPct val="100000"/>
              </a:lnSpc>
              <a:spcAft>
                <a:spcPts val="799"/>
              </a:spcAft>
              <a:buNone/>
              <a:tabLst>
                <a:tab pos="0" algn="l"/>
              </a:tabLst>
              <a:defRPr lang="en-US" sz="2000" b="0" u="none" strike="noStrike">
                <a:solidFill>
                  <a:schemeClr val="dk2"/>
                </a:solidFill>
                <a:effectLst/>
                <a:uFillTx/>
                <a:latin typeface="Times New Roman"/>
              </a:defRPr>
            </a:lvl1pPr>
            <a:lvl2pPr lvl="1" algn="l" defTabSz="914400">
              <a:lnSpc>
                <a:spcPct val="100000"/>
              </a:lnSpc>
              <a:spcBef>
                <a:spcPts val="799"/>
              </a:spcBef>
              <a:spcAft>
                <a:spcPts val="799"/>
              </a:spcAft>
              <a:buClr>
                <a:srgbClr val="000000"/>
              </a:buClr>
              <a:buFont typeface="Arial"/>
              <a:buChar char="•"/>
              <a:tabLst>
                <a:tab pos="0" algn="l"/>
              </a:tabLst>
              <a:defRPr lang="en-US" sz="2000" b="0" u="none" strike="noStrike">
                <a:solidFill>
                  <a:schemeClr val="dk2"/>
                </a:solidFill>
                <a:effectLst/>
                <a:uFillTx/>
                <a:latin typeface="Times New Roman"/>
              </a:defRPr>
            </a:lvl2pPr>
            <a:lvl3pPr lvl="2" algn="l" defTabSz="914400">
              <a:lnSpc>
                <a:spcPct val="100000"/>
              </a:lnSpc>
              <a:spcBef>
                <a:spcPts val="799"/>
              </a:spcBef>
              <a:spcAft>
                <a:spcPts val="799"/>
              </a:spcAft>
              <a:buClr>
                <a:srgbClr val="000000"/>
              </a:buClr>
              <a:buFont typeface="Arial"/>
              <a:buChar char="•"/>
              <a:tabLst>
                <a:tab pos="0" algn="l"/>
              </a:tabLst>
              <a:defRPr lang="en-US" sz="1800" b="0" u="none" strike="noStrike">
                <a:solidFill>
                  <a:schemeClr val="dk2"/>
                </a:solidFill>
                <a:effectLst/>
                <a:uFillTx/>
                <a:latin typeface="Times New Roman"/>
              </a:defRPr>
            </a:lvl3pPr>
          </a:lstStyle>
          <a:p>
            <a:pPr indent="0" algn="l" defTabSz="914400">
              <a:lnSpc>
                <a:spcPct val="100000"/>
              </a:lnSpc>
              <a:spcAft>
                <a:spcPts val="799"/>
              </a:spcAft>
              <a:buNone/>
              <a:tabLst>
                <a:tab pos="0" algn="l"/>
              </a:tabLst>
            </a:pPr>
            <a:r>
              <a:rPr lang="en-US" sz="2000" b="0" u="none" strike="noStrike">
                <a:solidFill>
                  <a:schemeClr val="dk2"/>
                </a:solidFill>
                <a:effectLst/>
                <a:uFillTx/>
                <a:latin typeface="Times New Roman"/>
              </a:rPr>
              <a:t>Slide Content 2</a:t>
            </a:r>
            <a:endParaRPr lang="en-US" sz="2000" b="0" u="none" strike="noStrike">
              <a:solidFill>
                <a:schemeClr val="dk2"/>
              </a:solidFill>
              <a:effectLst/>
              <a:uFillTx/>
              <a:latin typeface="Times New Roman"/>
            </a:endParaRPr>
          </a:p>
          <a:p>
            <a:pPr marL="344520" lvl="1" indent="-343080" algn="l" defTabSz="914400">
              <a:lnSpc>
                <a:spcPct val="100000"/>
              </a:lnSpc>
              <a:spcBef>
                <a:spcPts val="799"/>
              </a:spcBef>
              <a:spcAft>
                <a:spcPts val="799"/>
              </a:spcAft>
              <a:buClr>
                <a:srgbClr val="000000"/>
              </a:buClr>
              <a:buFont typeface="Arial"/>
              <a:buChar char="•"/>
              <a:tabLst>
                <a:tab pos="0" algn="l"/>
              </a:tabLst>
            </a:pPr>
            <a:r>
              <a:rPr lang="en-US" sz="2000" b="0" u="none" strike="noStrike">
                <a:solidFill>
                  <a:schemeClr val="dk2"/>
                </a:solidFill>
                <a:effectLst/>
                <a:uFillTx/>
                <a:latin typeface="Times New Roman"/>
              </a:rPr>
              <a:t>Second level</a:t>
            </a:r>
            <a:endParaRPr lang="en-US" sz="2000" b="0" u="none" strike="noStrike">
              <a:solidFill>
                <a:schemeClr val="dk2"/>
              </a:solidFill>
              <a:effectLst/>
              <a:uFillTx/>
              <a:latin typeface="Times New Roman"/>
            </a:endParaRPr>
          </a:p>
          <a:p>
            <a:pPr marL="517680" lvl="2" indent="-285840" algn="l" defTabSz="914400">
              <a:lnSpc>
                <a:spcPct val="100000"/>
              </a:lnSpc>
              <a:spcBef>
                <a:spcPts val="799"/>
              </a:spcBef>
              <a:spcAft>
                <a:spcPts val="799"/>
              </a:spcAft>
              <a:buClr>
                <a:srgbClr val="000000"/>
              </a:buClr>
              <a:buFont typeface="Arial"/>
              <a:buChar char="•"/>
              <a:tabLst>
                <a:tab pos="0" algn="l"/>
              </a:tabLst>
            </a:pPr>
            <a:r>
              <a:rPr lang="en-US" sz="1800" b="0" u="none" strike="noStrike">
                <a:solidFill>
                  <a:schemeClr val="dk2"/>
                </a:solidFill>
                <a:effectLst/>
                <a:uFillTx/>
                <a:latin typeface="Times New Roman"/>
              </a:rPr>
              <a:t>Third level</a:t>
            </a:r>
            <a:endParaRPr lang="en-US" sz="1800" b="0" u="none" strike="noStrike">
              <a:solidFill>
                <a:schemeClr val="dk2"/>
              </a:solidFill>
              <a:effectLst/>
              <a:uFillTx/>
              <a:latin typeface="Times New Roman"/>
            </a:endParaRPr>
          </a:p>
        </p:txBody>
      </p:sp>
      <p:sp>
        <p:nvSpPr>
          <p:cNvPr id="103" name="PlaceHolder 4"/>
          <p:cNvSpPr>
            <a:spLocks noGrp="1"/>
          </p:cNvSpPr>
          <p:nvPr>
            <p:ph type="body" hasCustomPrompt="1"/>
          </p:nvPr>
        </p:nvSpPr>
        <p:spPr>
          <a:xfrm>
            <a:off x="343080" y="2900880"/>
            <a:ext cx="8457840" cy="672840"/>
          </a:xfrm>
          <a:prstGeom prst="rect">
            <a:avLst/>
          </a:prstGeom>
          <a:noFill/>
          <a:ln w="0">
            <a:noFill/>
          </a:ln>
        </p:spPr>
        <p:txBody>
          <a:bodyPr lIns="91440" tIns="45720" rIns="91440" bIns="45720" anchor="t">
            <a:noAutofit/>
          </a:bodyPr>
          <a:lstStyle>
            <a:lvl1pPr indent="0" algn="l" defTabSz="914400">
              <a:lnSpc>
                <a:spcPct val="100000"/>
              </a:lnSpc>
              <a:spcAft>
                <a:spcPts val="799"/>
              </a:spcAft>
              <a:buNone/>
              <a:tabLst>
                <a:tab pos="0" algn="l"/>
              </a:tabLst>
              <a:defRPr lang="en-US" sz="2000" b="0" u="none" strike="noStrike">
                <a:solidFill>
                  <a:schemeClr val="dk2"/>
                </a:solidFill>
                <a:effectLst/>
                <a:uFillTx/>
                <a:latin typeface="Times New Roman"/>
              </a:defRPr>
            </a:lvl1pPr>
            <a:lvl2pPr lvl="1" algn="l" defTabSz="914400">
              <a:lnSpc>
                <a:spcPct val="100000"/>
              </a:lnSpc>
              <a:spcBef>
                <a:spcPts val="799"/>
              </a:spcBef>
              <a:spcAft>
                <a:spcPts val="799"/>
              </a:spcAft>
              <a:buClr>
                <a:srgbClr val="000000"/>
              </a:buClr>
              <a:buFont typeface="Arial"/>
              <a:buChar char="•"/>
              <a:tabLst>
                <a:tab pos="0" algn="l"/>
              </a:tabLst>
              <a:defRPr lang="en-US" sz="2000" b="0" u="none" strike="noStrike">
                <a:solidFill>
                  <a:schemeClr val="dk2"/>
                </a:solidFill>
                <a:effectLst/>
                <a:uFillTx/>
                <a:latin typeface="Times New Roman"/>
              </a:defRPr>
            </a:lvl2pPr>
            <a:lvl3pPr lvl="2" algn="l" defTabSz="914400">
              <a:lnSpc>
                <a:spcPct val="100000"/>
              </a:lnSpc>
              <a:spcBef>
                <a:spcPts val="799"/>
              </a:spcBef>
              <a:spcAft>
                <a:spcPts val="799"/>
              </a:spcAft>
              <a:buClr>
                <a:srgbClr val="000000"/>
              </a:buClr>
              <a:buFont typeface="Arial"/>
              <a:buChar char="•"/>
              <a:tabLst>
                <a:tab pos="0" algn="l"/>
              </a:tabLst>
              <a:defRPr lang="en-US" sz="1800" b="0" u="none" strike="noStrike">
                <a:solidFill>
                  <a:schemeClr val="dk2"/>
                </a:solidFill>
                <a:effectLst/>
                <a:uFillTx/>
                <a:latin typeface="Times New Roman"/>
              </a:defRPr>
            </a:lvl3pPr>
          </a:lstStyle>
          <a:p>
            <a:pPr indent="0" algn="l" defTabSz="914400">
              <a:lnSpc>
                <a:spcPct val="100000"/>
              </a:lnSpc>
              <a:spcAft>
                <a:spcPts val="799"/>
              </a:spcAft>
              <a:buNone/>
              <a:tabLst>
                <a:tab pos="0" algn="l"/>
              </a:tabLst>
            </a:pPr>
            <a:r>
              <a:rPr lang="en-US" sz="2000" b="0" u="none" strike="noStrike">
                <a:solidFill>
                  <a:schemeClr val="dk2"/>
                </a:solidFill>
                <a:effectLst/>
                <a:uFillTx/>
                <a:latin typeface="Times New Roman"/>
              </a:rPr>
              <a:t>Slide Content 3</a:t>
            </a:r>
            <a:endParaRPr lang="en-US" sz="2000" b="0" u="none" strike="noStrike">
              <a:solidFill>
                <a:schemeClr val="dk2"/>
              </a:solidFill>
              <a:effectLst/>
              <a:uFillTx/>
              <a:latin typeface="Times New Roman"/>
            </a:endParaRPr>
          </a:p>
          <a:p>
            <a:pPr marL="344520" lvl="1" indent="-343080" algn="l" defTabSz="914400">
              <a:lnSpc>
                <a:spcPct val="100000"/>
              </a:lnSpc>
              <a:spcBef>
                <a:spcPts val="799"/>
              </a:spcBef>
              <a:spcAft>
                <a:spcPts val="799"/>
              </a:spcAft>
              <a:buClr>
                <a:srgbClr val="000000"/>
              </a:buClr>
              <a:buFont typeface="Arial"/>
              <a:buChar char="•"/>
              <a:tabLst>
                <a:tab pos="0" algn="l"/>
              </a:tabLst>
            </a:pPr>
            <a:r>
              <a:rPr lang="en-US" sz="2000" b="0" u="none" strike="noStrike">
                <a:solidFill>
                  <a:schemeClr val="dk2"/>
                </a:solidFill>
                <a:effectLst/>
                <a:uFillTx/>
                <a:latin typeface="Times New Roman"/>
              </a:rPr>
              <a:t>Second level</a:t>
            </a:r>
            <a:endParaRPr lang="en-US" sz="2000" b="0" u="none" strike="noStrike">
              <a:solidFill>
                <a:schemeClr val="dk2"/>
              </a:solidFill>
              <a:effectLst/>
              <a:uFillTx/>
              <a:latin typeface="Times New Roman"/>
            </a:endParaRPr>
          </a:p>
          <a:p>
            <a:pPr marL="517680" lvl="2" indent="-285840" algn="l" defTabSz="914400">
              <a:lnSpc>
                <a:spcPct val="100000"/>
              </a:lnSpc>
              <a:spcBef>
                <a:spcPts val="799"/>
              </a:spcBef>
              <a:spcAft>
                <a:spcPts val="799"/>
              </a:spcAft>
              <a:buClr>
                <a:srgbClr val="000000"/>
              </a:buClr>
              <a:buFont typeface="Arial"/>
              <a:buChar char="•"/>
              <a:tabLst>
                <a:tab pos="0" algn="l"/>
              </a:tabLst>
            </a:pPr>
            <a:r>
              <a:rPr lang="en-US" sz="1800" b="0" u="none" strike="noStrike">
                <a:solidFill>
                  <a:schemeClr val="dk2"/>
                </a:solidFill>
                <a:effectLst/>
                <a:uFillTx/>
                <a:latin typeface="Times New Roman"/>
              </a:rPr>
              <a:t>Third level</a:t>
            </a:r>
            <a:endParaRPr lang="en-US" sz="1800" b="0" u="none" strike="noStrike">
              <a:solidFill>
                <a:schemeClr val="dk2"/>
              </a:solidFill>
              <a:effectLst/>
              <a:uFillTx/>
              <a:latin typeface="Times New Roman"/>
            </a:endParaRPr>
          </a:p>
        </p:txBody>
      </p:sp>
      <p:sp>
        <p:nvSpPr>
          <p:cNvPr id="104" name="PlaceHolder 5"/>
          <p:cNvSpPr>
            <a:spLocks noGrp="1"/>
          </p:cNvSpPr>
          <p:nvPr>
            <p:ph type="body" hasCustomPrompt="1"/>
          </p:nvPr>
        </p:nvSpPr>
        <p:spPr>
          <a:xfrm>
            <a:off x="343080" y="3755520"/>
            <a:ext cx="8457840" cy="698040"/>
          </a:xfrm>
          <a:prstGeom prst="rect">
            <a:avLst/>
          </a:prstGeom>
          <a:noFill/>
          <a:ln w="0">
            <a:noFill/>
          </a:ln>
        </p:spPr>
        <p:txBody>
          <a:bodyPr lIns="91440" tIns="45720" rIns="91440" bIns="45720" anchor="t">
            <a:noAutofit/>
          </a:bodyPr>
          <a:lstStyle>
            <a:lvl1pPr indent="0" algn="l" defTabSz="914400">
              <a:lnSpc>
                <a:spcPct val="100000"/>
              </a:lnSpc>
              <a:spcAft>
                <a:spcPts val="799"/>
              </a:spcAft>
              <a:buNone/>
              <a:tabLst>
                <a:tab pos="0" algn="l"/>
              </a:tabLst>
              <a:defRPr lang="en-US" sz="2000" b="0" u="none" strike="noStrike">
                <a:solidFill>
                  <a:schemeClr val="dk2"/>
                </a:solidFill>
                <a:effectLst/>
                <a:uFillTx/>
                <a:latin typeface="Times New Roman"/>
              </a:defRPr>
            </a:lvl1pPr>
            <a:lvl2pPr lvl="1" algn="l" defTabSz="914400">
              <a:lnSpc>
                <a:spcPct val="100000"/>
              </a:lnSpc>
              <a:spcBef>
                <a:spcPts val="799"/>
              </a:spcBef>
              <a:spcAft>
                <a:spcPts val="799"/>
              </a:spcAft>
              <a:buClr>
                <a:srgbClr val="000000"/>
              </a:buClr>
              <a:buFont typeface="Arial"/>
              <a:buChar char="•"/>
              <a:tabLst>
                <a:tab pos="0" algn="l"/>
              </a:tabLst>
              <a:defRPr lang="en-US" sz="2000" b="0" u="none" strike="noStrike">
                <a:solidFill>
                  <a:schemeClr val="dk2"/>
                </a:solidFill>
                <a:effectLst/>
                <a:uFillTx/>
                <a:latin typeface="Times New Roman"/>
              </a:defRPr>
            </a:lvl2pPr>
            <a:lvl3pPr lvl="2" algn="l" defTabSz="914400">
              <a:lnSpc>
                <a:spcPct val="100000"/>
              </a:lnSpc>
              <a:spcBef>
                <a:spcPts val="799"/>
              </a:spcBef>
              <a:spcAft>
                <a:spcPts val="799"/>
              </a:spcAft>
              <a:buClr>
                <a:srgbClr val="000000"/>
              </a:buClr>
              <a:buFont typeface="Arial"/>
              <a:buChar char="•"/>
              <a:tabLst>
                <a:tab pos="0" algn="l"/>
              </a:tabLst>
              <a:defRPr lang="en-US" sz="1800" b="0" u="none" strike="noStrike">
                <a:solidFill>
                  <a:schemeClr val="dk2"/>
                </a:solidFill>
                <a:effectLst/>
                <a:uFillTx/>
                <a:latin typeface="Times New Roman"/>
              </a:defRPr>
            </a:lvl3pPr>
          </a:lstStyle>
          <a:p>
            <a:pPr indent="0" algn="l" defTabSz="914400">
              <a:lnSpc>
                <a:spcPct val="100000"/>
              </a:lnSpc>
              <a:spcAft>
                <a:spcPts val="799"/>
              </a:spcAft>
              <a:buNone/>
              <a:tabLst>
                <a:tab pos="0" algn="l"/>
              </a:tabLst>
            </a:pPr>
            <a:r>
              <a:rPr lang="en-US" sz="2000" b="0" u="none" strike="noStrike">
                <a:solidFill>
                  <a:schemeClr val="dk2"/>
                </a:solidFill>
                <a:effectLst/>
                <a:uFillTx/>
                <a:latin typeface="Times New Roman"/>
              </a:rPr>
              <a:t>Slide Content 4</a:t>
            </a:r>
            <a:endParaRPr lang="en-US" sz="2000" b="0" u="none" strike="noStrike">
              <a:solidFill>
                <a:schemeClr val="dk2"/>
              </a:solidFill>
              <a:effectLst/>
              <a:uFillTx/>
              <a:latin typeface="Times New Roman"/>
            </a:endParaRPr>
          </a:p>
          <a:p>
            <a:pPr marL="344520" lvl="1" indent="-343080" algn="l" defTabSz="914400">
              <a:lnSpc>
                <a:spcPct val="100000"/>
              </a:lnSpc>
              <a:spcBef>
                <a:spcPts val="799"/>
              </a:spcBef>
              <a:spcAft>
                <a:spcPts val="799"/>
              </a:spcAft>
              <a:buClr>
                <a:srgbClr val="000000"/>
              </a:buClr>
              <a:buFont typeface="Arial"/>
              <a:buChar char="•"/>
              <a:tabLst>
                <a:tab pos="0" algn="l"/>
              </a:tabLst>
            </a:pPr>
            <a:r>
              <a:rPr lang="en-US" sz="2000" b="0" u="none" strike="noStrike">
                <a:solidFill>
                  <a:schemeClr val="dk2"/>
                </a:solidFill>
                <a:effectLst/>
                <a:uFillTx/>
                <a:latin typeface="Times New Roman"/>
              </a:rPr>
              <a:t>Second level</a:t>
            </a:r>
            <a:endParaRPr lang="en-US" sz="2000" b="0" u="none" strike="noStrike">
              <a:solidFill>
                <a:schemeClr val="dk2"/>
              </a:solidFill>
              <a:effectLst/>
              <a:uFillTx/>
              <a:latin typeface="Times New Roman"/>
            </a:endParaRPr>
          </a:p>
          <a:p>
            <a:pPr marL="517680" lvl="2" indent="-285840" algn="l" defTabSz="914400">
              <a:lnSpc>
                <a:spcPct val="100000"/>
              </a:lnSpc>
              <a:spcBef>
                <a:spcPts val="799"/>
              </a:spcBef>
              <a:spcAft>
                <a:spcPts val="799"/>
              </a:spcAft>
              <a:buClr>
                <a:srgbClr val="000000"/>
              </a:buClr>
              <a:buFont typeface="Arial"/>
              <a:buChar char="•"/>
              <a:tabLst>
                <a:tab pos="0" algn="l"/>
              </a:tabLst>
            </a:pPr>
            <a:r>
              <a:rPr lang="en-US" sz="1800" b="0" u="none" strike="noStrike">
                <a:solidFill>
                  <a:schemeClr val="dk2"/>
                </a:solidFill>
                <a:effectLst/>
                <a:uFillTx/>
                <a:latin typeface="Times New Roman"/>
              </a:rPr>
              <a:t>Third level</a:t>
            </a:r>
            <a:endParaRPr lang="en-US" sz="1800" b="0" u="none" strike="noStrike">
              <a:solidFill>
                <a:schemeClr val="dk2"/>
              </a:solidFill>
              <a:effectLst/>
              <a:uFillTx/>
              <a:latin typeface="Times New Roman"/>
            </a:endParaRPr>
          </a:p>
        </p:txBody>
      </p:sp>
      <p:sp>
        <p:nvSpPr>
          <p:cNvPr id="105" name="PlaceHolder 6"/>
          <p:cNvSpPr>
            <a:spLocks noGrp="1"/>
          </p:cNvSpPr>
          <p:nvPr>
            <p:ph type="body" hasCustomPrompt="1"/>
          </p:nvPr>
        </p:nvSpPr>
        <p:spPr>
          <a:xfrm>
            <a:off x="343080" y="4635000"/>
            <a:ext cx="4047840" cy="698040"/>
          </a:xfrm>
          <a:prstGeom prst="rect">
            <a:avLst/>
          </a:prstGeom>
          <a:noFill/>
          <a:ln w="0">
            <a:noFill/>
          </a:ln>
        </p:spPr>
        <p:txBody>
          <a:bodyPr lIns="91440" tIns="45720" rIns="91440" bIns="45720" anchor="t">
            <a:noAutofit/>
          </a:bodyPr>
          <a:lstStyle>
            <a:lvl1pPr indent="0" algn="l" defTabSz="914400">
              <a:lnSpc>
                <a:spcPct val="100000"/>
              </a:lnSpc>
              <a:spcAft>
                <a:spcPts val="799"/>
              </a:spcAft>
              <a:buNone/>
              <a:tabLst>
                <a:tab pos="0" algn="l"/>
              </a:tabLst>
              <a:defRPr lang="en-US" sz="2000" b="0" u="none" strike="noStrike">
                <a:solidFill>
                  <a:schemeClr val="dk2"/>
                </a:solidFill>
                <a:effectLst/>
                <a:uFillTx/>
                <a:latin typeface="Times New Roman"/>
              </a:defRPr>
            </a:lvl1pPr>
            <a:lvl2pPr lvl="1" algn="l" defTabSz="914400">
              <a:lnSpc>
                <a:spcPct val="100000"/>
              </a:lnSpc>
              <a:spcBef>
                <a:spcPts val="799"/>
              </a:spcBef>
              <a:spcAft>
                <a:spcPts val="799"/>
              </a:spcAft>
              <a:buClr>
                <a:srgbClr val="000000"/>
              </a:buClr>
              <a:buFont typeface="Arial"/>
              <a:buChar char="•"/>
              <a:tabLst>
                <a:tab pos="0" algn="l"/>
              </a:tabLst>
              <a:defRPr lang="en-US" sz="2000" b="0" u="none" strike="noStrike">
                <a:solidFill>
                  <a:schemeClr val="dk2"/>
                </a:solidFill>
                <a:effectLst/>
                <a:uFillTx/>
                <a:latin typeface="Times New Roman"/>
              </a:defRPr>
            </a:lvl2pPr>
            <a:lvl3pPr lvl="2" algn="l" defTabSz="914400">
              <a:lnSpc>
                <a:spcPct val="100000"/>
              </a:lnSpc>
              <a:spcBef>
                <a:spcPts val="799"/>
              </a:spcBef>
              <a:spcAft>
                <a:spcPts val="799"/>
              </a:spcAft>
              <a:buClr>
                <a:srgbClr val="000000"/>
              </a:buClr>
              <a:buFont typeface="Arial"/>
              <a:buChar char="•"/>
              <a:tabLst>
                <a:tab pos="0" algn="l"/>
              </a:tabLst>
              <a:defRPr lang="en-US" sz="1800" b="0" u="none" strike="noStrike">
                <a:solidFill>
                  <a:schemeClr val="dk2"/>
                </a:solidFill>
                <a:effectLst/>
                <a:uFillTx/>
                <a:latin typeface="Times New Roman"/>
              </a:defRPr>
            </a:lvl3pPr>
          </a:lstStyle>
          <a:p>
            <a:pPr indent="0" algn="l" defTabSz="914400">
              <a:lnSpc>
                <a:spcPct val="100000"/>
              </a:lnSpc>
              <a:spcAft>
                <a:spcPts val="799"/>
              </a:spcAft>
              <a:buNone/>
              <a:tabLst>
                <a:tab pos="0" algn="l"/>
              </a:tabLst>
            </a:pPr>
            <a:r>
              <a:rPr lang="en-US" sz="2000" b="0" u="none" strike="noStrike">
                <a:solidFill>
                  <a:schemeClr val="dk2"/>
                </a:solidFill>
                <a:effectLst/>
                <a:uFillTx/>
                <a:latin typeface="Times New Roman"/>
              </a:rPr>
              <a:t>Slide Content 5</a:t>
            </a:r>
            <a:endParaRPr lang="en-US" sz="2000" b="0" u="none" strike="noStrike">
              <a:solidFill>
                <a:schemeClr val="dk2"/>
              </a:solidFill>
              <a:effectLst/>
              <a:uFillTx/>
              <a:latin typeface="Times New Roman"/>
            </a:endParaRPr>
          </a:p>
          <a:p>
            <a:pPr marL="344520" lvl="1" indent="-343080" algn="l" defTabSz="914400">
              <a:lnSpc>
                <a:spcPct val="100000"/>
              </a:lnSpc>
              <a:spcBef>
                <a:spcPts val="799"/>
              </a:spcBef>
              <a:spcAft>
                <a:spcPts val="799"/>
              </a:spcAft>
              <a:buClr>
                <a:srgbClr val="000000"/>
              </a:buClr>
              <a:buFont typeface="Arial"/>
              <a:buChar char="•"/>
              <a:tabLst>
                <a:tab pos="0" algn="l"/>
              </a:tabLst>
            </a:pPr>
            <a:r>
              <a:rPr lang="en-US" sz="2000" b="0" u="none" strike="noStrike">
                <a:solidFill>
                  <a:schemeClr val="dk2"/>
                </a:solidFill>
                <a:effectLst/>
                <a:uFillTx/>
                <a:latin typeface="Times New Roman"/>
              </a:rPr>
              <a:t>Second level</a:t>
            </a:r>
            <a:endParaRPr lang="en-US" sz="2000" b="0" u="none" strike="noStrike">
              <a:solidFill>
                <a:schemeClr val="dk2"/>
              </a:solidFill>
              <a:effectLst/>
              <a:uFillTx/>
              <a:latin typeface="Times New Roman"/>
            </a:endParaRPr>
          </a:p>
          <a:p>
            <a:pPr marL="517680" lvl="2" indent="-285840" algn="l" defTabSz="914400">
              <a:lnSpc>
                <a:spcPct val="100000"/>
              </a:lnSpc>
              <a:spcBef>
                <a:spcPts val="799"/>
              </a:spcBef>
              <a:spcAft>
                <a:spcPts val="799"/>
              </a:spcAft>
              <a:buClr>
                <a:srgbClr val="000000"/>
              </a:buClr>
              <a:buFont typeface="Arial"/>
              <a:buChar char="•"/>
              <a:tabLst>
                <a:tab pos="0" algn="l"/>
              </a:tabLst>
            </a:pPr>
            <a:r>
              <a:rPr lang="en-US" sz="1800" b="0" u="none" strike="noStrike">
                <a:solidFill>
                  <a:schemeClr val="dk2"/>
                </a:solidFill>
                <a:effectLst/>
                <a:uFillTx/>
                <a:latin typeface="Times New Roman"/>
              </a:rPr>
              <a:t>Third level</a:t>
            </a:r>
            <a:endParaRPr lang="en-US" sz="1800" b="0" u="none" strike="noStrike">
              <a:solidFill>
                <a:schemeClr val="dk2"/>
              </a:solidFill>
              <a:effectLst/>
              <a:uFillTx/>
              <a:latin typeface="Times New Roman"/>
            </a:endParaRPr>
          </a:p>
        </p:txBody>
      </p:sp>
      <p:sp>
        <p:nvSpPr>
          <p:cNvPr id="106" name="PlaceHolder 7"/>
          <p:cNvSpPr>
            <a:spLocks noGrp="1"/>
          </p:cNvSpPr>
          <p:nvPr>
            <p:ph type="body" hasCustomPrompt="1"/>
          </p:nvPr>
        </p:nvSpPr>
        <p:spPr>
          <a:xfrm>
            <a:off x="343080" y="5514840"/>
            <a:ext cx="4047840" cy="732960"/>
          </a:xfrm>
          <a:prstGeom prst="rect">
            <a:avLst/>
          </a:prstGeom>
          <a:noFill/>
          <a:ln w="0">
            <a:noFill/>
          </a:ln>
        </p:spPr>
        <p:txBody>
          <a:bodyPr lIns="91440" tIns="45720" rIns="91440" bIns="45720" anchor="t">
            <a:noAutofit/>
          </a:bodyPr>
          <a:lstStyle>
            <a:lvl1pPr indent="0" algn="l" defTabSz="914400">
              <a:lnSpc>
                <a:spcPct val="100000"/>
              </a:lnSpc>
              <a:spcAft>
                <a:spcPts val="799"/>
              </a:spcAft>
              <a:buNone/>
              <a:tabLst>
                <a:tab pos="0" algn="l"/>
              </a:tabLst>
              <a:defRPr lang="en-US" sz="2000" b="0" u="none" strike="noStrike">
                <a:solidFill>
                  <a:schemeClr val="dk2"/>
                </a:solidFill>
                <a:effectLst/>
                <a:uFillTx/>
                <a:latin typeface="Times New Roman"/>
              </a:defRPr>
            </a:lvl1pPr>
            <a:lvl2pPr lvl="1" algn="l" defTabSz="914400">
              <a:lnSpc>
                <a:spcPct val="100000"/>
              </a:lnSpc>
              <a:spcBef>
                <a:spcPts val="799"/>
              </a:spcBef>
              <a:spcAft>
                <a:spcPts val="799"/>
              </a:spcAft>
              <a:buClr>
                <a:srgbClr val="000000"/>
              </a:buClr>
              <a:buFont typeface="Arial"/>
              <a:buChar char="•"/>
              <a:tabLst>
                <a:tab pos="0" algn="l"/>
              </a:tabLst>
              <a:defRPr lang="en-US" sz="2000" b="0" u="none" strike="noStrike">
                <a:solidFill>
                  <a:schemeClr val="dk2"/>
                </a:solidFill>
                <a:effectLst/>
                <a:uFillTx/>
                <a:latin typeface="Times New Roman"/>
              </a:defRPr>
            </a:lvl2pPr>
            <a:lvl3pPr lvl="2" algn="l" defTabSz="914400">
              <a:lnSpc>
                <a:spcPct val="100000"/>
              </a:lnSpc>
              <a:spcBef>
                <a:spcPts val="799"/>
              </a:spcBef>
              <a:spcAft>
                <a:spcPts val="799"/>
              </a:spcAft>
              <a:buClr>
                <a:srgbClr val="000000"/>
              </a:buClr>
              <a:buFont typeface="Arial"/>
              <a:buChar char="•"/>
              <a:tabLst>
                <a:tab pos="0" algn="l"/>
              </a:tabLst>
              <a:defRPr lang="en-US" sz="1800" b="0" u="none" strike="noStrike">
                <a:solidFill>
                  <a:schemeClr val="dk2"/>
                </a:solidFill>
                <a:effectLst/>
                <a:uFillTx/>
                <a:latin typeface="Times New Roman"/>
              </a:defRPr>
            </a:lvl3pPr>
          </a:lstStyle>
          <a:p>
            <a:pPr indent="0" algn="l" defTabSz="914400">
              <a:lnSpc>
                <a:spcPct val="100000"/>
              </a:lnSpc>
              <a:spcAft>
                <a:spcPts val="799"/>
              </a:spcAft>
              <a:buNone/>
              <a:tabLst>
                <a:tab pos="0" algn="l"/>
              </a:tabLst>
            </a:pPr>
            <a:r>
              <a:rPr lang="en-US" sz="2000" b="0" u="none" strike="noStrike">
                <a:solidFill>
                  <a:schemeClr val="dk2"/>
                </a:solidFill>
                <a:effectLst/>
                <a:uFillTx/>
                <a:latin typeface="Times New Roman"/>
              </a:rPr>
              <a:t>Slide Content 6</a:t>
            </a:r>
            <a:endParaRPr lang="en-US" sz="2000" b="0" u="none" strike="noStrike">
              <a:solidFill>
                <a:schemeClr val="dk2"/>
              </a:solidFill>
              <a:effectLst/>
              <a:uFillTx/>
              <a:latin typeface="Times New Roman"/>
            </a:endParaRPr>
          </a:p>
          <a:p>
            <a:pPr marL="344520" lvl="1" indent="-343080" algn="l" defTabSz="914400">
              <a:lnSpc>
                <a:spcPct val="100000"/>
              </a:lnSpc>
              <a:spcBef>
                <a:spcPts val="799"/>
              </a:spcBef>
              <a:spcAft>
                <a:spcPts val="799"/>
              </a:spcAft>
              <a:buClr>
                <a:srgbClr val="000000"/>
              </a:buClr>
              <a:buFont typeface="Arial"/>
              <a:buChar char="•"/>
              <a:tabLst>
                <a:tab pos="0" algn="l"/>
              </a:tabLst>
            </a:pPr>
            <a:r>
              <a:rPr lang="en-US" sz="2000" b="0" u="none" strike="noStrike">
                <a:solidFill>
                  <a:schemeClr val="dk2"/>
                </a:solidFill>
                <a:effectLst/>
                <a:uFillTx/>
                <a:latin typeface="Times New Roman"/>
              </a:rPr>
              <a:t>Second level</a:t>
            </a:r>
            <a:endParaRPr lang="en-US" sz="2000" b="0" u="none" strike="noStrike">
              <a:solidFill>
                <a:schemeClr val="dk2"/>
              </a:solidFill>
              <a:effectLst/>
              <a:uFillTx/>
              <a:latin typeface="Times New Roman"/>
            </a:endParaRPr>
          </a:p>
          <a:p>
            <a:pPr marL="517680" lvl="2" indent="-285840" algn="l" defTabSz="914400">
              <a:lnSpc>
                <a:spcPct val="100000"/>
              </a:lnSpc>
              <a:spcBef>
                <a:spcPts val="799"/>
              </a:spcBef>
              <a:spcAft>
                <a:spcPts val="799"/>
              </a:spcAft>
              <a:buClr>
                <a:srgbClr val="000000"/>
              </a:buClr>
              <a:buFont typeface="Arial"/>
              <a:buChar char="•"/>
              <a:tabLst>
                <a:tab pos="0" algn="l"/>
              </a:tabLst>
            </a:pPr>
            <a:r>
              <a:rPr lang="en-US" sz="1800" b="0" u="none" strike="noStrike">
                <a:solidFill>
                  <a:schemeClr val="dk2"/>
                </a:solidFill>
                <a:effectLst/>
                <a:uFillTx/>
                <a:latin typeface="Times New Roman"/>
              </a:rPr>
              <a:t>Third level</a:t>
            </a:r>
            <a:endParaRPr lang="en-US" sz="1800" b="0" u="none" strike="noStrike">
              <a:solidFill>
                <a:schemeClr val="dk2"/>
              </a:solidFill>
              <a:effectLst/>
              <a:uFillTx/>
              <a:latin typeface="Times New Roman"/>
            </a:endParaRPr>
          </a:p>
        </p:txBody>
      </p:sp>
      <p:sp>
        <p:nvSpPr>
          <p:cNvPr id="107" name="PlaceHolder 8"/>
          <p:cNvSpPr>
            <a:spLocks noGrp="1"/>
          </p:cNvSpPr>
          <p:nvPr>
            <p:ph type="body" hasCustomPrompt="1"/>
          </p:nvPr>
        </p:nvSpPr>
        <p:spPr>
          <a:xfrm>
            <a:off x="3369600" y="6324480"/>
            <a:ext cx="2404440" cy="190080"/>
          </a:xfrm>
          <a:prstGeom prst="rect">
            <a:avLst/>
          </a:prstGeom>
          <a:noFill/>
          <a:ln w="0">
            <a:noFill/>
          </a:ln>
        </p:spPr>
        <p:txBody>
          <a:bodyPr lIns="91440" tIns="45720" rIns="91440" bIns="45720" anchor="b">
            <a:noAutofit/>
          </a:bodyPr>
          <a:lstStyle>
            <a:lvl1pPr indent="0" algn="ctr" defTabSz="914400">
              <a:lnSpc>
                <a:spcPct val="100000"/>
              </a:lnSpc>
              <a:spcAft>
                <a:spcPts val="799"/>
              </a:spcAft>
              <a:buNone/>
              <a:tabLst>
                <a:tab pos="0" algn="l"/>
              </a:tabLst>
              <a:defRPr lang="en-US" sz="900" b="0" u="none" strike="noStrike">
                <a:solidFill>
                  <a:schemeClr val="dk2"/>
                </a:solidFill>
                <a:effectLst/>
                <a:uFillTx/>
                <a:latin typeface="Times New Roman"/>
              </a:defRPr>
            </a:lvl1pPr>
          </a:lstStyle>
          <a:p>
            <a:pPr indent="0" algn="ctr" defTabSz="914400">
              <a:lnSpc>
                <a:spcPct val="100000"/>
              </a:lnSpc>
              <a:spcAft>
                <a:spcPts val="799"/>
              </a:spcAft>
              <a:buNone/>
              <a:tabLst>
                <a:tab pos="0" algn="l"/>
              </a:tabLst>
            </a:pPr>
            <a:r>
              <a:rPr lang="en-US" sz="900" b="0" u="none" strike="noStrike">
                <a:solidFill>
                  <a:schemeClr val="dk2"/>
                </a:solidFill>
                <a:effectLst/>
                <a:uFillTx/>
                <a:latin typeface="Times New Roman"/>
              </a:rPr>
              <a:t>Add text alternative link, if needed.</a:t>
            </a:r>
            <a:endParaRPr lang="en-US" sz="900" b="0" u="none" strike="noStrike">
              <a:solidFill>
                <a:schemeClr val="dk2"/>
              </a:solidFill>
              <a:effectLst/>
              <a:uFillTx/>
              <a:latin typeface="Times New Roman"/>
            </a:endParaRPr>
          </a:p>
        </p:txBody>
      </p:sp>
      <p:sp>
        <p:nvSpPr>
          <p:cNvPr id="108" name="PlaceHolder 9"/>
          <p:cNvSpPr>
            <a:spLocks noGrp="1"/>
          </p:cNvSpPr>
          <p:nvPr>
            <p:ph type="body" hasCustomPrompt="1"/>
          </p:nvPr>
        </p:nvSpPr>
        <p:spPr>
          <a:xfrm>
            <a:off x="1562040" y="6684840"/>
            <a:ext cx="6971760" cy="172800"/>
          </a:xfrm>
          <a:prstGeom prst="rect">
            <a:avLst/>
          </a:prstGeom>
          <a:noFill/>
          <a:ln w="0">
            <a:noFill/>
          </a:ln>
        </p:spPr>
        <p:txBody>
          <a:bodyPr lIns="91440" tIns="45720" rIns="91440" bIns="45720" anchor="ctr">
            <a:noAutofit/>
          </a:bodyPr>
          <a:lstStyle>
            <a:lvl1pPr indent="0" algn="r" defTabSz="914400">
              <a:lnSpc>
                <a:spcPct val="100000"/>
              </a:lnSpc>
              <a:spcAft>
                <a:spcPts val="799"/>
              </a:spcAft>
              <a:buNone/>
              <a:tabLst>
                <a:tab pos="0" algn="l"/>
              </a:tabLst>
              <a:defRPr lang="en-US" sz="800" b="0" u="none" strike="noStrike">
                <a:solidFill>
                  <a:schemeClr val="dk1">
                    <a:lumMod val="65000"/>
                    <a:lumOff val="35000"/>
                  </a:schemeClr>
                </a:solidFill>
                <a:effectLst/>
                <a:uFillTx/>
                <a:latin typeface="Times New Roman"/>
              </a:defRPr>
            </a:lvl1pPr>
          </a:lstStyle>
          <a:p>
            <a:pPr indent="0" algn="r" defTabSz="914400">
              <a:lnSpc>
                <a:spcPct val="100000"/>
              </a:lnSpc>
              <a:spcAft>
                <a:spcPts val="799"/>
              </a:spcAft>
              <a:buNone/>
              <a:tabLst>
                <a:tab pos="0" algn="l"/>
              </a:tabLst>
            </a:pPr>
            <a:r>
              <a:rPr lang="en-US" sz="800" b="0" u="none" strike="noStrike">
                <a:solidFill>
                  <a:schemeClr val="dk1">
                    <a:lumMod val="65000"/>
                    <a:lumOff val="35000"/>
                  </a:schemeClr>
                </a:solidFill>
                <a:effectLst/>
                <a:uFillTx/>
                <a:latin typeface="Times New Roman"/>
              </a:rPr>
              <a:t>Insert Image Credit Here</a:t>
            </a:r>
            <a:endParaRPr lang="en-US" sz="800" b="0" u="none" strike="noStrike">
              <a:solidFill>
                <a:schemeClr val="dk2"/>
              </a:solidFill>
              <a:effectLst/>
              <a:uFillTx/>
              <a:latin typeface="Times New Roman"/>
            </a:endParaRPr>
          </a:p>
        </p:txBody>
      </p:sp>
      <p:sp>
        <p:nvSpPr>
          <p:cNvPr id="109" name="PlaceHolder 10"/>
          <p:cNvSpPr>
            <a:spLocks noGrp="1"/>
          </p:cNvSpPr>
          <p:nvPr>
            <p:ph type="sldNum" idx="11"/>
          </p:nvPr>
        </p:nvSpPr>
        <p:spPr>
          <a:xfrm>
            <a:off x="8626320" y="6673680"/>
            <a:ext cx="355320" cy="160920"/>
          </a:xfrm>
          <a:prstGeom prst="rect">
            <a:avLst/>
          </a:prstGeom>
          <a:noFill/>
          <a:ln w="0">
            <a:noFill/>
          </a:ln>
        </p:spPr>
        <p:txBody>
          <a:bodyPr lIns="45720" tIns="45720" rIns="45720" bIns="45720" anchor="ctr">
            <a:noAutofit/>
          </a:bodyPr>
          <a:lstStyle>
            <a:lvl1pPr indent="0" algn="r" defTabSz="914400">
              <a:lnSpc>
                <a:spcPct val="100000"/>
              </a:lnSpc>
              <a:buNone/>
              <a:defRPr lang="en-US" sz="800" b="0" u="none" strike="noStrike">
                <a:solidFill>
                  <a:schemeClr val="dk1">
                    <a:lumMod val="65000"/>
                    <a:lumOff val="35000"/>
                  </a:schemeClr>
                </a:solidFill>
                <a:effectLst/>
                <a:uFillTx/>
                <a:latin typeface="Times New Roman"/>
              </a:defRPr>
            </a:lvl1pPr>
          </a:lstStyle>
          <a:p>
            <a:pPr indent="0" algn="r" defTabSz="914400">
              <a:lnSpc>
                <a:spcPct val="100000"/>
              </a:lnSpc>
              <a:buNone/>
            </a:pPr>
            <a:fld id="{B7774538-EC09-4BB6-996B-47D457D05E9D}" type="slidenum">
              <a:rPr lang="en-US" sz="800" b="0" u="none" strike="noStrike">
                <a:solidFill>
                  <a:schemeClr val="dk1">
                    <a:lumMod val="65000"/>
                    <a:lumOff val="35000"/>
                  </a:schemeClr>
                </a:solidFill>
                <a:effectLst/>
                <a:uFillTx/>
                <a:latin typeface="Times New Roman"/>
              </a:rPr>
              <a:t>&lt;number&gt;</a:t>
            </a:fld>
            <a:endParaRPr lang="en-US" sz="800" b="0" u="none" strike="noStrike">
              <a:solidFill>
                <a:srgbClr val="000000"/>
              </a:solidFill>
              <a:effectLst/>
              <a:uFillTx/>
              <a:latin typeface="Times New Roman"/>
            </a:endParaRPr>
          </a:p>
        </p:txBody>
      </p:sp>
      <p:sp>
        <p:nvSpPr>
          <p:cNvPr id="110" name="PlaceHolder 11"/>
          <p:cNvSpPr>
            <a:spLocks noGrp="1"/>
          </p:cNvSpPr>
          <p:nvPr>
            <p:ph type="body" hasCustomPrompt="1"/>
          </p:nvPr>
        </p:nvSpPr>
        <p:spPr>
          <a:xfrm>
            <a:off x="4578120" y="4635000"/>
            <a:ext cx="4047840" cy="698040"/>
          </a:xfrm>
          <a:prstGeom prst="rect">
            <a:avLst/>
          </a:prstGeom>
          <a:noFill/>
          <a:ln w="0">
            <a:noFill/>
          </a:ln>
        </p:spPr>
        <p:txBody>
          <a:bodyPr lIns="91440" tIns="45720" rIns="91440" bIns="45720" anchor="t">
            <a:noAutofit/>
          </a:bodyPr>
          <a:lstStyle>
            <a:lvl1pPr indent="0" algn="l" defTabSz="914400">
              <a:lnSpc>
                <a:spcPct val="100000"/>
              </a:lnSpc>
              <a:spcAft>
                <a:spcPts val="799"/>
              </a:spcAft>
              <a:buNone/>
              <a:tabLst>
                <a:tab pos="0" algn="l"/>
              </a:tabLst>
              <a:defRPr lang="en-US" sz="2000" b="0" u="none" strike="noStrike">
                <a:solidFill>
                  <a:schemeClr val="dk2"/>
                </a:solidFill>
                <a:effectLst/>
                <a:uFillTx/>
                <a:latin typeface="Times New Roman"/>
              </a:defRPr>
            </a:lvl1pPr>
            <a:lvl2pPr lvl="1" algn="l" defTabSz="914400">
              <a:lnSpc>
                <a:spcPct val="100000"/>
              </a:lnSpc>
              <a:spcBef>
                <a:spcPts val="799"/>
              </a:spcBef>
              <a:spcAft>
                <a:spcPts val="799"/>
              </a:spcAft>
              <a:buClr>
                <a:srgbClr val="000000"/>
              </a:buClr>
              <a:buFont typeface="Arial"/>
              <a:buChar char="•"/>
              <a:tabLst>
                <a:tab pos="0" algn="l"/>
              </a:tabLst>
              <a:defRPr lang="en-US" sz="2000" b="0" u="none" strike="noStrike">
                <a:solidFill>
                  <a:schemeClr val="dk2"/>
                </a:solidFill>
                <a:effectLst/>
                <a:uFillTx/>
                <a:latin typeface="Times New Roman"/>
              </a:defRPr>
            </a:lvl2pPr>
            <a:lvl3pPr lvl="2" algn="l" defTabSz="914400">
              <a:lnSpc>
                <a:spcPct val="100000"/>
              </a:lnSpc>
              <a:spcBef>
                <a:spcPts val="799"/>
              </a:spcBef>
              <a:spcAft>
                <a:spcPts val="799"/>
              </a:spcAft>
              <a:buClr>
                <a:srgbClr val="000000"/>
              </a:buClr>
              <a:buFont typeface="Arial"/>
              <a:buChar char="•"/>
              <a:tabLst>
                <a:tab pos="0" algn="l"/>
              </a:tabLst>
              <a:defRPr lang="en-US" sz="1800" b="0" u="none" strike="noStrike">
                <a:solidFill>
                  <a:schemeClr val="dk2"/>
                </a:solidFill>
                <a:effectLst/>
                <a:uFillTx/>
                <a:latin typeface="Times New Roman"/>
              </a:defRPr>
            </a:lvl3pPr>
          </a:lstStyle>
          <a:p>
            <a:pPr indent="0" algn="l" defTabSz="914400">
              <a:lnSpc>
                <a:spcPct val="100000"/>
              </a:lnSpc>
              <a:spcAft>
                <a:spcPts val="799"/>
              </a:spcAft>
              <a:buNone/>
              <a:tabLst>
                <a:tab pos="0" algn="l"/>
              </a:tabLst>
            </a:pPr>
            <a:r>
              <a:rPr lang="en-US" sz="2000" b="0" u="none" strike="noStrike">
                <a:solidFill>
                  <a:schemeClr val="dk2"/>
                </a:solidFill>
                <a:effectLst/>
                <a:uFillTx/>
                <a:latin typeface="Times New Roman"/>
              </a:rPr>
              <a:t>Slide Content 5</a:t>
            </a:r>
            <a:endParaRPr lang="en-US" sz="2000" b="0" u="none" strike="noStrike">
              <a:solidFill>
                <a:schemeClr val="dk2"/>
              </a:solidFill>
              <a:effectLst/>
              <a:uFillTx/>
              <a:latin typeface="Times New Roman"/>
            </a:endParaRPr>
          </a:p>
          <a:p>
            <a:pPr marL="344520" lvl="1" indent="-343080" algn="l" defTabSz="914400">
              <a:lnSpc>
                <a:spcPct val="100000"/>
              </a:lnSpc>
              <a:spcBef>
                <a:spcPts val="799"/>
              </a:spcBef>
              <a:spcAft>
                <a:spcPts val="799"/>
              </a:spcAft>
              <a:buClr>
                <a:srgbClr val="000000"/>
              </a:buClr>
              <a:buFont typeface="Arial"/>
              <a:buChar char="•"/>
              <a:tabLst>
                <a:tab pos="0" algn="l"/>
              </a:tabLst>
            </a:pPr>
            <a:r>
              <a:rPr lang="en-US" sz="2000" b="0" u="none" strike="noStrike">
                <a:solidFill>
                  <a:schemeClr val="dk2"/>
                </a:solidFill>
                <a:effectLst/>
                <a:uFillTx/>
                <a:latin typeface="Times New Roman"/>
              </a:rPr>
              <a:t>Second level</a:t>
            </a:r>
            <a:endParaRPr lang="en-US" sz="2000" b="0" u="none" strike="noStrike">
              <a:solidFill>
                <a:schemeClr val="dk2"/>
              </a:solidFill>
              <a:effectLst/>
              <a:uFillTx/>
              <a:latin typeface="Times New Roman"/>
            </a:endParaRPr>
          </a:p>
          <a:p>
            <a:pPr marL="517680" lvl="2" indent="-285840" algn="l" defTabSz="914400">
              <a:lnSpc>
                <a:spcPct val="100000"/>
              </a:lnSpc>
              <a:spcBef>
                <a:spcPts val="799"/>
              </a:spcBef>
              <a:spcAft>
                <a:spcPts val="799"/>
              </a:spcAft>
              <a:buClr>
                <a:srgbClr val="000000"/>
              </a:buClr>
              <a:buFont typeface="Arial"/>
              <a:buChar char="•"/>
              <a:tabLst>
                <a:tab pos="0" algn="l"/>
              </a:tabLst>
            </a:pPr>
            <a:r>
              <a:rPr lang="en-US" sz="1800" b="0" u="none" strike="noStrike">
                <a:solidFill>
                  <a:schemeClr val="dk2"/>
                </a:solidFill>
                <a:effectLst/>
                <a:uFillTx/>
                <a:latin typeface="Times New Roman"/>
              </a:rPr>
              <a:t>Third level</a:t>
            </a:r>
            <a:endParaRPr lang="en-US" sz="1800" b="0" u="none" strike="noStrike">
              <a:solidFill>
                <a:schemeClr val="dk2"/>
              </a:solidFill>
              <a:effectLst/>
              <a:uFillTx/>
              <a:latin typeface="Times New Roman"/>
            </a:endParaRPr>
          </a:p>
        </p:txBody>
      </p:sp>
      <p:sp>
        <p:nvSpPr>
          <p:cNvPr id="111" name="PlaceHolder 12"/>
          <p:cNvSpPr>
            <a:spLocks noGrp="1"/>
          </p:cNvSpPr>
          <p:nvPr>
            <p:ph type="body" hasCustomPrompt="1"/>
          </p:nvPr>
        </p:nvSpPr>
        <p:spPr>
          <a:xfrm>
            <a:off x="4578120" y="5514840"/>
            <a:ext cx="4047840" cy="732960"/>
          </a:xfrm>
          <a:prstGeom prst="rect">
            <a:avLst/>
          </a:prstGeom>
          <a:noFill/>
          <a:ln w="0">
            <a:noFill/>
          </a:ln>
        </p:spPr>
        <p:txBody>
          <a:bodyPr lIns="91440" tIns="45720" rIns="91440" bIns="45720" anchor="t">
            <a:noAutofit/>
          </a:bodyPr>
          <a:lstStyle>
            <a:lvl1pPr indent="0" algn="l" defTabSz="914400">
              <a:lnSpc>
                <a:spcPct val="100000"/>
              </a:lnSpc>
              <a:spcAft>
                <a:spcPts val="799"/>
              </a:spcAft>
              <a:buNone/>
              <a:tabLst>
                <a:tab pos="0" algn="l"/>
              </a:tabLst>
              <a:defRPr lang="en-US" sz="2000" b="0" u="none" strike="noStrike">
                <a:solidFill>
                  <a:schemeClr val="dk2"/>
                </a:solidFill>
                <a:effectLst/>
                <a:uFillTx/>
                <a:latin typeface="Times New Roman"/>
              </a:defRPr>
            </a:lvl1pPr>
            <a:lvl2pPr lvl="1" algn="l" defTabSz="914400">
              <a:lnSpc>
                <a:spcPct val="100000"/>
              </a:lnSpc>
              <a:spcBef>
                <a:spcPts val="799"/>
              </a:spcBef>
              <a:spcAft>
                <a:spcPts val="799"/>
              </a:spcAft>
              <a:buClr>
                <a:srgbClr val="000000"/>
              </a:buClr>
              <a:buFont typeface="Arial"/>
              <a:buChar char="•"/>
              <a:tabLst>
                <a:tab pos="0" algn="l"/>
              </a:tabLst>
              <a:defRPr lang="en-US" sz="2000" b="0" u="none" strike="noStrike">
                <a:solidFill>
                  <a:schemeClr val="dk2"/>
                </a:solidFill>
                <a:effectLst/>
                <a:uFillTx/>
                <a:latin typeface="Times New Roman"/>
              </a:defRPr>
            </a:lvl2pPr>
            <a:lvl3pPr lvl="2" algn="l" defTabSz="914400">
              <a:lnSpc>
                <a:spcPct val="100000"/>
              </a:lnSpc>
              <a:spcBef>
                <a:spcPts val="799"/>
              </a:spcBef>
              <a:spcAft>
                <a:spcPts val="799"/>
              </a:spcAft>
              <a:buClr>
                <a:srgbClr val="000000"/>
              </a:buClr>
              <a:buFont typeface="Arial"/>
              <a:buChar char="•"/>
              <a:tabLst>
                <a:tab pos="0" algn="l"/>
              </a:tabLst>
              <a:defRPr lang="en-US" sz="1800" b="0" u="none" strike="noStrike">
                <a:solidFill>
                  <a:schemeClr val="dk2"/>
                </a:solidFill>
                <a:effectLst/>
                <a:uFillTx/>
                <a:latin typeface="Times New Roman"/>
              </a:defRPr>
            </a:lvl3pPr>
          </a:lstStyle>
          <a:p>
            <a:pPr indent="0" algn="l" defTabSz="914400">
              <a:lnSpc>
                <a:spcPct val="100000"/>
              </a:lnSpc>
              <a:spcAft>
                <a:spcPts val="799"/>
              </a:spcAft>
              <a:buNone/>
              <a:tabLst>
                <a:tab pos="0" algn="l"/>
              </a:tabLst>
            </a:pPr>
            <a:r>
              <a:rPr lang="en-US" sz="2000" b="0" u="none" strike="noStrike">
                <a:solidFill>
                  <a:schemeClr val="dk2"/>
                </a:solidFill>
                <a:effectLst/>
                <a:uFillTx/>
                <a:latin typeface="Times New Roman"/>
              </a:rPr>
              <a:t>Slide Content 6</a:t>
            </a:r>
            <a:endParaRPr lang="en-US" sz="2000" b="0" u="none" strike="noStrike">
              <a:solidFill>
                <a:schemeClr val="dk2"/>
              </a:solidFill>
              <a:effectLst/>
              <a:uFillTx/>
              <a:latin typeface="Times New Roman"/>
            </a:endParaRPr>
          </a:p>
          <a:p>
            <a:pPr marL="344520" lvl="1" indent="-343080" algn="l" defTabSz="914400">
              <a:lnSpc>
                <a:spcPct val="100000"/>
              </a:lnSpc>
              <a:spcBef>
                <a:spcPts val="799"/>
              </a:spcBef>
              <a:spcAft>
                <a:spcPts val="799"/>
              </a:spcAft>
              <a:buClr>
                <a:srgbClr val="000000"/>
              </a:buClr>
              <a:buFont typeface="Arial"/>
              <a:buChar char="•"/>
              <a:tabLst>
                <a:tab pos="0" algn="l"/>
              </a:tabLst>
            </a:pPr>
            <a:r>
              <a:rPr lang="en-US" sz="2000" b="0" u="none" strike="noStrike">
                <a:solidFill>
                  <a:schemeClr val="dk2"/>
                </a:solidFill>
                <a:effectLst/>
                <a:uFillTx/>
                <a:latin typeface="Times New Roman"/>
              </a:rPr>
              <a:t>Second level</a:t>
            </a:r>
            <a:endParaRPr lang="en-US" sz="2000" b="0" u="none" strike="noStrike">
              <a:solidFill>
                <a:schemeClr val="dk2"/>
              </a:solidFill>
              <a:effectLst/>
              <a:uFillTx/>
              <a:latin typeface="Times New Roman"/>
            </a:endParaRPr>
          </a:p>
          <a:p>
            <a:pPr marL="517680" lvl="2" indent="-285840" algn="l" defTabSz="914400">
              <a:lnSpc>
                <a:spcPct val="100000"/>
              </a:lnSpc>
              <a:spcBef>
                <a:spcPts val="799"/>
              </a:spcBef>
              <a:spcAft>
                <a:spcPts val="799"/>
              </a:spcAft>
              <a:buClr>
                <a:srgbClr val="000000"/>
              </a:buClr>
              <a:buFont typeface="Arial"/>
              <a:buChar char="•"/>
              <a:tabLst>
                <a:tab pos="0" algn="l"/>
              </a:tabLst>
            </a:pPr>
            <a:r>
              <a:rPr lang="en-US" sz="1800" b="0" u="none" strike="noStrike">
                <a:solidFill>
                  <a:schemeClr val="dk2"/>
                </a:solidFill>
                <a:effectLst/>
                <a:uFillTx/>
                <a:latin typeface="Times New Roman"/>
              </a:rPr>
              <a:t>Third level</a:t>
            </a:r>
            <a:endParaRPr lang="en-US" sz="1800" b="0" u="none" strike="noStrike">
              <a:solidFill>
                <a:schemeClr val="dk2"/>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losingSlide">
    <p:spTree>
      <p:nvGrpSpPr>
        <p:cNvPr id="1" name=""/>
        <p:cNvGrpSpPr/>
        <p:nvPr/>
      </p:nvGrpSpPr>
      <p:grpSpPr>
        <a:xfrm>
          <a:off x="0" y="0"/>
          <a:ext cx="0" cy="0"/>
          <a:chOff x="0" y="0"/>
          <a:chExt cx="0" cy="0"/>
        </a:xfrm>
      </p:grpSpPr>
      <p:sp>
        <p:nvSpPr>
          <p:cNvPr id="2" name="PlaceHolder 1"/>
          <p:cNvSpPr>
            <a:spLocks noGrp="1"/>
          </p:cNvSpPr>
          <p:nvPr>
            <p:ph type="ftr" idx="12"/>
          </p:nvPr>
        </p:nvSpPr>
        <p:spPr/>
        <p:txBody>
          <a:bodyPr/>
          <a:p>
            <a:r>
              <a:t>Footer</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ppendixDivider">
    <p:bg>
      <p:bgPr>
        <a:solidFill>
          <a:srgbClr val="FFFFFF"/>
        </a:solidFill>
      </p:bgPr>
    </p:bg>
    <p:spTree>
      <p:nvGrpSpPr>
        <p:cNvPr id="1" name=""/>
        <p:cNvGrpSpPr/>
        <p:nvPr/>
      </p:nvGrpSpPr>
      <p:grpSpPr>
        <a:xfrm>
          <a:off x="0" y="0"/>
          <a:ext cx="0" cy="0"/>
          <a:chOff x="0" y="0"/>
          <a:chExt cx="0" cy="0"/>
        </a:xfrm>
      </p:grpSpPr>
      <p:sp>
        <p:nvSpPr>
          <p:cNvPr id="119" name="MGH Yellow Line">
            <a:extLst>
              <a:ext uri="{C183D7F6-B498-43B3-948B-1728B52AA6E4}">
                <adec:decorative xmlns:adec="http://schemas.microsoft.com/office/drawing/2017/decorative" val="1"/>
              </a:ext>
            </a:extLst>
          </p:cNvPr>
          <p:cNvSpPr/>
          <p:nvPr/>
        </p:nvSpPr>
        <p:spPr>
          <a:xfrm>
            <a:off x="0" y="6622200"/>
            <a:ext cx="9143640" cy="543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9720" rIns="90000" bIns="9720" anchor="ctr">
            <a:noAutofit/>
          </a:bodyPr>
          <a:p>
            <a:endParaRPr lang="en-US" sz="1800" b="0" u="none" strike="noStrike">
              <a:solidFill>
                <a:schemeClr val="lt1"/>
              </a:solidFill>
              <a:effectLst/>
              <a:uFillTx/>
              <a:latin typeface="Arial"/>
            </a:endParaRPr>
          </a:p>
        </p:txBody>
      </p:sp>
      <p:grpSp>
        <p:nvGrpSpPr>
          <p:cNvPr id="120" name="MGH Shape">
            <a:extLst>
              <a:ext uri="{C183D7F6-B498-43B3-948B-1728B52AA6E4}">
                <adec:decorative xmlns:adec="http://schemas.microsoft.com/office/drawing/2017/decorative" val="1"/>
              </a:ext>
            </a:extLst>
          </p:cNvPr>
          <p:cNvGrpSpPr/>
          <p:nvPr/>
        </p:nvGrpSpPr>
        <p:grpSpPr>
          <a:xfrm>
            <a:off x="6623280" y="360"/>
            <a:ext cx="2520720" cy="6623640"/>
            <a:chOff x="6623280" y="360"/>
            <a:chExt cx="2520720" cy="6623640"/>
          </a:xfrm>
        </p:grpSpPr>
        <p:sp>
          <p:nvSpPr>
            <p:cNvPr id="121" name="Freeform 11"/>
            <p:cNvSpPr/>
            <p:nvPr/>
          </p:nvSpPr>
          <p:spPr>
            <a:xfrm rot="10800000">
              <a:off x="8610120" y="1407600"/>
              <a:ext cx="533880" cy="1894320"/>
            </a:xfrm>
            <a:custGeom>
              <a:avLst/>
              <a:gdLst>
                <a:gd name="textAreaLeft" fmla="*/ 0 w 533880"/>
                <a:gd name="textAreaRight" fmla="*/ 534240 w 533880"/>
                <a:gd name="textAreaTop" fmla="*/ 0 h 1894320"/>
                <a:gd name="textAreaBottom" fmla="*/ 1894680 h 1894320"/>
                <a:gd name="GluePoint1X" fmla="*/ 0 w 531517"/>
                <a:gd name="GluePoint1Y" fmla="*/ 1821241 h 1821241"/>
                <a:gd name="GluePoint2X" fmla="*/ 0 w 531517"/>
                <a:gd name="GluePoint2Y" fmla="*/ 0 h 1821241"/>
                <a:gd name="GluePoint3X" fmla="*/ 531517 w 531517"/>
                <a:gd name="GluePoint3Y" fmla="*/ 672400 h 1821241"/>
                <a:gd name="GluePoint4X" fmla="*/ 0 w 531517"/>
                <a:gd name="GluePoint4Y" fmla="*/ 1821241 h 182124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dk2"/>
                </a:solidFill>
                <a:effectLst/>
                <a:uFillTx/>
                <a:latin typeface="Arial"/>
              </a:endParaRPr>
            </a:p>
          </p:txBody>
        </p:sp>
        <p:sp>
          <p:nvSpPr>
            <p:cNvPr id="122" name="Freeform 12"/>
            <p:cNvSpPr/>
            <p:nvPr/>
          </p:nvSpPr>
          <p:spPr>
            <a:xfrm rot="10800000">
              <a:off x="6623280" y="360"/>
              <a:ext cx="2520720" cy="2602080"/>
            </a:xfrm>
            <a:custGeom>
              <a:avLst/>
              <a:gdLst>
                <a:gd name="textAreaLeft" fmla="*/ 0 w 2520720"/>
                <a:gd name="textAreaRight" fmla="*/ 2521080 w 2520720"/>
                <a:gd name="textAreaTop" fmla="*/ 0 h 2602080"/>
                <a:gd name="textAreaBottom" fmla="*/ 2602440 h 2602080"/>
                <a:gd name="GluePoint1X" fmla="*/ 2508932 w 2508932"/>
                <a:gd name="GluePoint1Y" fmla="*/ 2501550 h 2501550"/>
                <a:gd name="GluePoint2X" fmla="*/ 0 w 2508932"/>
                <a:gd name="GluePoint2Y" fmla="*/ 2501550 h 2501550"/>
                <a:gd name="GluePoint3X" fmla="*/ 0 w 2508932"/>
                <a:gd name="GluePoint3Y" fmla="*/ 1148841 h 2501550"/>
                <a:gd name="GluePoint4X" fmla="*/ 531517 w 2508932"/>
                <a:gd name="GluePoint4Y" fmla="*/ 0 h 2501550"/>
                <a:gd name="GluePoint5X" fmla="*/ 2508932 w 2508932"/>
                <a:gd name="GluePoint5Y" fmla="*/ 2501550 h 250155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dk2"/>
                </a:solidFill>
                <a:effectLst/>
                <a:uFillTx/>
                <a:latin typeface="Arial"/>
              </a:endParaRPr>
            </a:p>
          </p:txBody>
        </p:sp>
        <p:sp>
          <p:nvSpPr>
            <p:cNvPr id="123" name="Freeform 13"/>
            <p:cNvSpPr/>
            <p:nvPr/>
          </p:nvSpPr>
          <p:spPr>
            <a:xfrm rot="10800000">
              <a:off x="6813000" y="1407600"/>
              <a:ext cx="2331000" cy="5216400"/>
            </a:xfrm>
            <a:custGeom>
              <a:avLst/>
              <a:gdLst>
                <a:gd name="textAreaLeft" fmla="*/ 0 w 2331000"/>
                <a:gd name="textAreaRight" fmla="*/ 2331360 w 2331000"/>
                <a:gd name="textAreaTop" fmla="*/ 0 h 5216400"/>
                <a:gd name="textAreaBottom" fmla="*/ 5216760 h 5216400"/>
                <a:gd name="GluePoint1X" fmla="*/ 0 w 2320007"/>
                <a:gd name="GluePoint1Y" fmla="*/ 5014556 h 5014556"/>
                <a:gd name="GluePoint2X" fmla="*/ 0 w 2320007"/>
                <a:gd name="GluePoint2Y" fmla="*/ 0 h 5014556"/>
                <a:gd name="GluePoint3X" fmla="*/ 2320007 w 2320007"/>
                <a:gd name="GluePoint3Y" fmla="*/ 0 h 5014556"/>
                <a:gd name="GluePoint4X" fmla="*/ 531518 w 2320007"/>
                <a:gd name="GluePoint4Y" fmla="*/ 3865713 h 5014556"/>
                <a:gd name="GluePoint5X" fmla="*/ 1 w 2320007"/>
                <a:gd name="GluePoint5Y" fmla="*/ 3193313 h 5014556"/>
                <a:gd name="GluePoint6X" fmla="*/ 1 w 2320007"/>
                <a:gd name="GluePoint6Y" fmla="*/ 5014554 h 5014556"/>
                <a:gd name="GluePoint7X" fmla="*/ 0 w 2320007"/>
                <a:gd name="GluePoint7Y" fmla="*/ 5014556 h 501455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dk2"/>
                </a:solidFill>
                <a:effectLst/>
                <a:uFillTx/>
                <a:latin typeface="Arial"/>
              </a:endParaRPr>
            </a:p>
          </p:txBody>
        </p:sp>
      </p:grpSp>
      <p:sp>
        <p:nvSpPr>
          <p:cNvPr id="124" name="Short Copyright"/>
          <p:cNvSpPr/>
          <p:nvPr/>
        </p:nvSpPr>
        <p:spPr>
          <a:xfrm>
            <a:off x="215640" y="6664320"/>
            <a:ext cx="1233360" cy="214920"/>
          </a:xfrm>
          <a:prstGeom prst="rect">
            <a:avLst/>
          </a:prstGeom>
          <a:noFill/>
          <a:ln w="0">
            <a:noFill/>
          </a:ln>
        </p:spPr>
        <p:style>
          <a:lnRef idx="0"/>
          <a:fillRef idx="0"/>
          <a:effectRef idx="0"/>
          <a:fontRef idx="minor"/>
        </p:style>
        <p:txBody>
          <a:bodyPr lIns="45720" tIns="45000" rIns="45720" bIns="45000" anchor="ctr">
            <a:spAutoFit/>
          </a:bodyPr>
          <a:p>
            <a:pPr defTabSz="914400">
              <a:lnSpc>
                <a:spcPct val="100000"/>
              </a:lnSpc>
            </a:pPr>
            <a:r>
              <a:rPr lang="en-US" sz="800" b="0" u="none" strike="noStrike">
                <a:solidFill>
                  <a:schemeClr val="dk1">
                    <a:lumMod val="65000"/>
                    <a:lumOff val="35000"/>
                  </a:schemeClr>
                </a:solidFill>
                <a:effectLst/>
                <a:uFillTx/>
                <a:latin typeface="Times New Roman"/>
              </a:rPr>
              <a:t>© McGraw Hill</a:t>
            </a:r>
            <a:endParaRPr lang="en-US" sz="800" b="0" u="none" strike="noStrike">
              <a:solidFill>
                <a:srgbClr val="000000"/>
              </a:solidFill>
              <a:effectLst/>
              <a:uFillTx/>
              <a:latin typeface="Arial"/>
            </a:endParaRPr>
          </a:p>
        </p:txBody>
      </p:sp>
      <p:sp>
        <p:nvSpPr>
          <p:cNvPr id="125" name="PlaceHolder 1"/>
          <p:cNvSpPr>
            <a:spLocks noGrp="1"/>
          </p:cNvSpPr>
          <p:nvPr>
            <p:ph type="title" hasCustomPrompt="1"/>
          </p:nvPr>
        </p:nvSpPr>
        <p:spPr>
          <a:xfrm>
            <a:off x="342720" y="2366280"/>
            <a:ext cx="7696440" cy="526680"/>
          </a:xfrm>
          <a:prstGeom prst="rect">
            <a:avLst/>
          </a:prstGeom>
          <a:noFill/>
          <a:ln w="0">
            <a:noFill/>
          </a:ln>
        </p:spPr>
        <p:txBody>
          <a:bodyPr lIns="91440" tIns="45720" rIns="91440" bIns="45720" anchor="ctr">
            <a:noAutofit/>
          </a:bodyPr>
          <a:lstStyle>
            <a:lvl1pPr indent="0" algn="l" defTabSz="914400">
              <a:lnSpc>
                <a:spcPct val="90000"/>
              </a:lnSpc>
              <a:buNone/>
              <a:defRPr lang="en-US" sz="4000" b="1" u="none" strike="noStrike">
                <a:solidFill>
                  <a:schemeClr val="dk2"/>
                </a:solidFill>
                <a:effectLst/>
                <a:uFillTx/>
                <a:latin typeface="Times New Roman"/>
              </a:defRPr>
            </a:lvl1pPr>
          </a:lstStyle>
          <a:p>
            <a:pPr indent="0" algn="l" defTabSz="914400">
              <a:lnSpc>
                <a:spcPct val="90000"/>
              </a:lnSpc>
              <a:buNone/>
            </a:pPr>
            <a:r>
              <a:rPr lang="en-US" sz="4000" b="1" u="none" strike="noStrike">
                <a:solidFill>
                  <a:schemeClr val="dk2"/>
                </a:solidFill>
                <a:effectLst/>
                <a:uFillTx/>
                <a:latin typeface="Times New Roman"/>
              </a:rPr>
              <a:t>Accessibility Content: Text Alternatives for Images</a:t>
            </a:r>
            <a:endParaRPr lang="en-US" sz="4000" b="1" u="none" strike="noStrike">
              <a:solidFill>
                <a:schemeClr val="dk2"/>
              </a:solidFill>
              <a:effectLst/>
              <a:uFillTx/>
              <a:latin typeface="Times New Roman"/>
            </a:endParaRPr>
          </a:p>
        </p:txBody>
      </p:sp>
      <p:sp>
        <p:nvSpPr>
          <p:cNvPr id="126" name="PlaceHolder 2"/>
          <p:cNvSpPr>
            <a:spLocks noGrp="1"/>
          </p:cNvSpPr>
          <p:nvPr>
            <p:ph type="sldNum" idx="13"/>
          </p:nvPr>
        </p:nvSpPr>
        <p:spPr>
          <a:xfrm>
            <a:off x="8637120" y="6682320"/>
            <a:ext cx="342720" cy="143640"/>
          </a:xfrm>
          <a:prstGeom prst="rect">
            <a:avLst/>
          </a:prstGeom>
          <a:noFill/>
          <a:ln w="0">
            <a:noFill/>
          </a:ln>
        </p:spPr>
        <p:txBody>
          <a:bodyPr lIns="45720" tIns="45720" rIns="45720" bIns="45720" anchor="ctr">
            <a:noAutofit/>
          </a:bodyPr>
          <a:lstStyle>
            <a:lvl1pPr indent="0" algn="r" defTabSz="914400">
              <a:lnSpc>
                <a:spcPct val="100000"/>
              </a:lnSpc>
              <a:buNone/>
              <a:defRPr lang="en-US" sz="800" b="0" u="none" strike="noStrike">
                <a:solidFill>
                  <a:schemeClr val="dk1">
                    <a:lumMod val="65000"/>
                    <a:lumOff val="35000"/>
                  </a:schemeClr>
                </a:solidFill>
                <a:effectLst/>
                <a:uFillTx/>
                <a:latin typeface="Arial"/>
              </a:defRPr>
            </a:lvl1pPr>
          </a:lstStyle>
          <a:p>
            <a:pPr indent="0" algn="r" defTabSz="914400">
              <a:lnSpc>
                <a:spcPct val="100000"/>
              </a:lnSpc>
              <a:buNone/>
            </a:pPr>
            <a:fld id="{D9D9A196-9F13-4A52-A199-4D147F5FBD28}" type="slidenum">
              <a:rPr lang="en-US" sz="800" b="0" u="none" strike="noStrike">
                <a:solidFill>
                  <a:schemeClr val="dk1">
                    <a:lumMod val="65000"/>
                    <a:lumOff val="35000"/>
                  </a:schemeClr>
                </a:solidFill>
                <a:effectLst/>
                <a:uFillTx/>
                <a:latin typeface="Arial"/>
              </a:rPr>
              <a:t>1</a:t>
            </a:fld>
            <a:endParaRPr lang="en-US" sz="800" b="0" u="none" strike="noStrike">
              <a:solidFill>
                <a:srgbClr val="000000"/>
              </a:solidFill>
              <a:effectLst/>
              <a:uFillTx/>
              <a:latin typeface="Times New Roman"/>
            </a:endParaRPr>
          </a:p>
        </p:txBody>
      </p:sp>
      <p:sp>
        <p:nvSpPr>
          <p:cNvPr id="127" name="PlaceHolder 3"/>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lvl1pPr indent="0" algn="l" defTabSz="914400">
              <a:tabLst>
                <a:tab pos="0" algn="l"/>
              </a:tabLst>
              <a:defRPr lang="en-US" sz="2000" b="0" u="none" strike="noStrike">
                <a:solidFill>
                  <a:schemeClr val="dk2"/>
                </a:solidFill>
                <a:effectLst/>
                <a:uFillTx/>
                <a:latin typeface="Times New Roman"/>
              </a:defRPr>
            </a:lvl1pPr>
            <a:lvl2pPr lvl="1" algn="l" defTabSz="914400">
              <a:spcBef>
                <a:spcPts val="799"/>
              </a:spcBef>
              <a:buClr>
                <a:srgbClr val="000000"/>
              </a:buClr>
              <a:buSzPct val="75000"/>
              <a:buFont typeface="Symbol" charset="2"/>
              <a:buChar char=""/>
              <a:defRPr lang="en-US" sz="2000" b="0" u="none" strike="noStrike">
                <a:solidFill>
                  <a:schemeClr val="dk2"/>
                </a:solidFill>
                <a:effectLst/>
                <a:uFillTx/>
                <a:latin typeface="Times New Roman"/>
              </a:defRPr>
            </a:lvl2pPr>
            <a:lvl3pPr lvl="2" algn="l" defTabSz="914400">
              <a:spcBef>
                <a:spcPts val="799"/>
              </a:spcBef>
              <a:buClr>
                <a:srgbClr val="000000"/>
              </a:buClr>
              <a:buSzPct val="45000"/>
              <a:buFont typeface="Wingdings" charset="2"/>
              <a:buChar char=""/>
              <a:defRPr lang="en-US" sz="1800" b="0" u="none" strike="noStrike">
                <a:solidFill>
                  <a:schemeClr val="dk1"/>
                </a:solidFill>
                <a:effectLst/>
                <a:uFillTx/>
                <a:latin typeface="Times New Roman"/>
              </a:defRPr>
            </a:lvl3pPr>
            <a:lvl4pPr lvl="3" algn="l" defTabSz="914400">
              <a:spcBef>
                <a:spcPts val="567"/>
              </a:spcBef>
              <a:buClr>
                <a:srgbClr val="000000"/>
              </a:buClr>
              <a:buSzPct val="75000"/>
              <a:buFont typeface="Symbol" charset="2"/>
              <a:buChar char=""/>
              <a:defRPr lang="en-US" sz="1400" b="0" u="none" strike="noStrike">
                <a:solidFill>
                  <a:schemeClr val="dk1"/>
                </a:solidFill>
                <a:effectLst/>
                <a:uFillTx/>
                <a:latin typeface="Arial"/>
              </a:defRPr>
            </a:lvl4pPr>
            <a:lvl5pPr lvl="4" algn="l" defTabSz="914400">
              <a:spcBef>
                <a:spcPts val="283"/>
              </a:spcBef>
              <a:buClr>
                <a:srgbClr val="000000"/>
              </a:buClr>
              <a:buSzPct val="45000"/>
              <a:buFont typeface="Wingdings" charset="2"/>
              <a:buChar char=""/>
              <a:defRPr lang="en-US" sz="2000" b="0" u="none" strike="noStrike">
                <a:solidFill>
                  <a:schemeClr val="dk1"/>
                </a:solidFill>
                <a:effectLst/>
                <a:uFillTx/>
                <a:latin typeface="Arial"/>
              </a:defRPr>
            </a:lvl5pPr>
            <a:lvl6pPr lvl="5" algn="l" defTabSz="914400">
              <a:spcBef>
                <a:spcPts val="283"/>
              </a:spcBef>
              <a:buClr>
                <a:srgbClr val="000000"/>
              </a:buClr>
              <a:buSzPct val="45000"/>
              <a:buFont typeface="Wingdings" charset="2"/>
              <a:buChar char=""/>
              <a:defRPr lang="en-US" sz="2000" b="0" u="none" strike="noStrike">
                <a:solidFill>
                  <a:schemeClr val="dk1"/>
                </a:solidFill>
                <a:effectLst/>
                <a:uFillTx/>
                <a:latin typeface="Arial"/>
              </a:defRPr>
            </a:lvl6pPr>
            <a:lvl7pPr lvl="6" algn="l" defTabSz="914400">
              <a:spcBef>
                <a:spcPts val="283"/>
              </a:spcBef>
              <a:buClr>
                <a:srgbClr val="000000"/>
              </a:buClr>
              <a:buSzPct val="45000"/>
              <a:buFont typeface="Wingdings" charset="2"/>
              <a:buChar char=""/>
              <a:defRPr lang="en-US" sz="2000" b="0" u="none" strike="noStrike">
                <a:solidFill>
                  <a:schemeClr val="dk1"/>
                </a:solidFill>
                <a:effectLst/>
                <a:uFillTx/>
                <a:latin typeface="Arial"/>
              </a:defRPr>
            </a:lvl7pPr>
          </a:lstStyle>
          <a:p>
            <a:pPr indent="0" algn="l" defTabSz="914400">
              <a:tabLst>
                <a:tab pos="0" algn="l"/>
              </a:tabLst>
            </a:pPr>
            <a:r>
              <a:rPr lang="en-US" sz="2000" b="0" u="none" strike="noStrike">
                <a:solidFill>
                  <a:schemeClr val="dk2"/>
                </a:solidFill>
                <a:effectLst/>
                <a:uFillTx/>
                <a:latin typeface="Times New Roman"/>
              </a:rPr>
              <a:t>Click to edit the outline text format</a:t>
            </a:r>
            <a:endParaRPr lang="en-US" sz="2000" b="0" u="none" strike="noStrike">
              <a:solidFill>
                <a:schemeClr val="dk2"/>
              </a:solidFill>
              <a:effectLst/>
              <a:uFillTx/>
              <a:latin typeface="Times New Roman"/>
            </a:endParaRPr>
          </a:p>
          <a:p>
            <a:pPr marL="864000" lvl="1" indent="-324000" algn="l" defTabSz="914400">
              <a:spcBef>
                <a:spcPts val="799"/>
              </a:spcBef>
              <a:buClr>
                <a:srgbClr val="000000"/>
              </a:buClr>
              <a:buSzPct val="75000"/>
              <a:buFont typeface="Symbol" charset="2"/>
              <a:buChar char=""/>
            </a:pPr>
            <a:r>
              <a:rPr lang="en-US" sz="2000" b="0" u="none" strike="noStrike">
                <a:solidFill>
                  <a:schemeClr val="dk2"/>
                </a:solidFill>
                <a:effectLst/>
                <a:uFillTx/>
                <a:latin typeface="Times New Roman"/>
              </a:rPr>
              <a:t>Second Outline Level</a:t>
            </a:r>
            <a:endParaRPr lang="en-US" sz="2000" b="0" u="none" strike="noStrike">
              <a:solidFill>
                <a:schemeClr val="dk2"/>
              </a:solidFill>
              <a:effectLst/>
              <a:uFillTx/>
              <a:latin typeface="Times New Roman"/>
            </a:endParaRPr>
          </a:p>
          <a:p>
            <a:pPr marL="1296000" lvl="2" indent="-288000" algn="l" defTabSz="914400">
              <a:spcBef>
                <a:spcPts val="799"/>
              </a:spcBef>
              <a:buClr>
                <a:srgbClr val="000000"/>
              </a:buClr>
              <a:buSzPct val="45000"/>
              <a:buFont typeface="Wingdings" charset="2"/>
              <a:buChar char=""/>
            </a:pPr>
            <a:r>
              <a:rPr lang="en-US" sz="1800" b="0" u="none" strike="noStrike">
                <a:solidFill>
                  <a:schemeClr val="dk1"/>
                </a:solidFill>
                <a:effectLst/>
                <a:uFillTx/>
                <a:latin typeface="Times New Roman"/>
              </a:rPr>
              <a:t>Third Outline Level</a:t>
            </a:r>
            <a:endParaRPr lang="en-US" sz="1800" b="0" u="none" strike="noStrike">
              <a:solidFill>
                <a:schemeClr val="dk1"/>
              </a:solidFill>
              <a:effectLst/>
              <a:uFillTx/>
              <a:latin typeface="Times New Roman"/>
            </a:endParaRPr>
          </a:p>
          <a:p>
            <a:pPr marL="1728000" lvl="3" indent="-216000" algn="l" defTabSz="914400">
              <a:spcBef>
                <a:spcPts val="567"/>
              </a:spcBef>
              <a:buClr>
                <a:srgbClr val="000000"/>
              </a:buClr>
              <a:buSzPct val="75000"/>
              <a:buFont typeface="Symbol" charset="2"/>
              <a:buChar char=""/>
            </a:pPr>
            <a:r>
              <a:rPr lang="en-US" sz="1400" b="0" u="none" strike="noStrike">
                <a:solidFill>
                  <a:schemeClr val="dk1"/>
                </a:solidFill>
                <a:effectLst/>
                <a:uFillTx/>
                <a:latin typeface="Arial"/>
              </a:rPr>
              <a:t>Fourth Outline Level</a:t>
            </a:r>
            <a:endParaRPr lang="en-US" sz="1400" b="0" u="none" strike="noStrike">
              <a:solidFill>
                <a:schemeClr val="dk1"/>
              </a:solidFill>
              <a:effectLst/>
              <a:uFillTx/>
              <a:latin typeface="Arial"/>
            </a:endParaRPr>
          </a:p>
          <a:p>
            <a:pPr marL="2160000" lvl="4" indent="-216000" algn="l" defTabSz="914400">
              <a:spcBef>
                <a:spcPts val="283"/>
              </a:spcBef>
              <a:buClr>
                <a:srgbClr val="000000"/>
              </a:buClr>
              <a:buSzPct val="45000"/>
              <a:buFont typeface="Wingdings" charset="2"/>
              <a:buChar char=""/>
            </a:pPr>
            <a:r>
              <a:rPr lang="en-US" sz="2000" b="0" u="none" strike="noStrike">
                <a:solidFill>
                  <a:schemeClr val="dk1"/>
                </a:solidFill>
                <a:effectLst/>
                <a:uFillTx/>
                <a:latin typeface="Arial"/>
              </a:rPr>
              <a:t>Fifth Outline Level</a:t>
            </a:r>
            <a:endParaRPr lang="en-US" sz="2000" b="0" u="none" strike="noStrike">
              <a:solidFill>
                <a:schemeClr val="dk1"/>
              </a:solidFill>
              <a:effectLst/>
              <a:uFillTx/>
              <a:latin typeface="Arial"/>
            </a:endParaRPr>
          </a:p>
          <a:p>
            <a:pPr marL="2592000" lvl="5" indent="-216000" algn="l" defTabSz="914400">
              <a:spcBef>
                <a:spcPts val="283"/>
              </a:spcBef>
              <a:buClr>
                <a:srgbClr val="000000"/>
              </a:buClr>
              <a:buSzPct val="45000"/>
              <a:buFont typeface="Wingdings" charset="2"/>
              <a:buChar char=""/>
            </a:pPr>
            <a:r>
              <a:rPr lang="en-US" sz="2000" b="0" u="none" strike="noStrike">
                <a:solidFill>
                  <a:schemeClr val="dk1"/>
                </a:solidFill>
                <a:effectLst/>
                <a:uFillTx/>
                <a:latin typeface="Arial"/>
              </a:rPr>
              <a:t>Sixth Outline Level</a:t>
            </a:r>
            <a:endParaRPr lang="en-US" sz="2000" b="0" u="none" strike="noStrike">
              <a:solidFill>
                <a:schemeClr val="dk1"/>
              </a:solidFill>
              <a:effectLst/>
              <a:uFillTx/>
              <a:latin typeface="Arial"/>
            </a:endParaRPr>
          </a:p>
          <a:p>
            <a:pPr marL="3024000" lvl="6" indent="-216000" algn="l" defTabSz="914400">
              <a:spcBef>
                <a:spcPts val="283"/>
              </a:spcBef>
              <a:buClr>
                <a:srgbClr val="000000"/>
              </a:buClr>
              <a:buSzPct val="45000"/>
              <a:buFont typeface="Wingdings" charset="2"/>
              <a:buChar char=""/>
            </a:pPr>
            <a:r>
              <a:rPr lang="en-US" sz="2000" b="0" u="none" strike="noStrike">
                <a:solidFill>
                  <a:schemeClr val="dk1"/>
                </a:solidFill>
                <a:effectLst/>
                <a:uFillTx/>
                <a:latin typeface="Arial"/>
              </a:rPr>
              <a:t>Seventh Outline Level</a:t>
            </a:r>
            <a:endParaRPr lang="en-US" sz="2000" b="0" u="none" strike="noStrike">
              <a:solidFill>
                <a:schemeClr val="dk1"/>
              </a:solidFill>
              <a:effectLst/>
              <a:uFillTx/>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isc. Divider">
    <p:bg>
      <p:bgPr>
        <a:solidFill>
          <a:srgbClr val="FFFFFF"/>
        </a:solidFill>
      </p:bgPr>
    </p:bg>
    <p:spTree>
      <p:nvGrpSpPr>
        <p:cNvPr id="1" name=""/>
        <p:cNvGrpSpPr/>
        <p:nvPr/>
      </p:nvGrpSpPr>
      <p:grpSpPr>
        <a:xfrm>
          <a:off x="0" y="0"/>
          <a:ext cx="0" cy="0"/>
          <a:chOff x="0" y="0"/>
          <a:chExt cx="0" cy="0"/>
        </a:xfrm>
      </p:grpSpPr>
      <p:sp>
        <p:nvSpPr>
          <p:cNvPr id="128" name="MGH Yellow Line">
            <a:extLst>
              <a:ext uri="{C183D7F6-B498-43B3-948B-1728B52AA6E4}">
                <adec:decorative xmlns:adec="http://schemas.microsoft.com/office/drawing/2017/decorative" val="1"/>
              </a:ext>
            </a:extLst>
          </p:cNvPr>
          <p:cNvSpPr/>
          <p:nvPr/>
        </p:nvSpPr>
        <p:spPr>
          <a:xfrm>
            <a:off x="0" y="6622200"/>
            <a:ext cx="9143640" cy="543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9720" rIns="90000" bIns="9720" anchor="ctr">
            <a:noAutofit/>
          </a:bodyPr>
          <a:p>
            <a:endParaRPr lang="en-US" sz="1800" b="0" u="none" strike="noStrike">
              <a:solidFill>
                <a:schemeClr val="lt1"/>
              </a:solidFill>
              <a:effectLst/>
              <a:uFillTx/>
              <a:latin typeface="Arial"/>
            </a:endParaRPr>
          </a:p>
        </p:txBody>
      </p:sp>
      <p:grpSp>
        <p:nvGrpSpPr>
          <p:cNvPr id="129" name="MGH Shape">
            <a:extLst>
              <a:ext uri="{C183D7F6-B498-43B3-948B-1728B52AA6E4}">
                <adec:decorative xmlns:adec="http://schemas.microsoft.com/office/drawing/2017/decorative" val="1"/>
              </a:ext>
            </a:extLst>
          </p:cNvPr>
          <p:cNvGrpSpPr/>
          <p:nvPr/>
        </p:nvGrpSpPr>
        <p:grpSpPr>
          <a:xfrm>
            <a:off x="6623280" y="360"/>
            <a:ext cx="2520720" cy="6623640"/>
            <a:chOff x="6623280" y="360"/>
            <a:chExt cx="2520720" cy="6623640"/>
          </a:xfrm>
        </p:grpSpPr>
        <p:sp>
          <p:nvSpPr>
            <p:cNvPr id="130" name="Freeform 11"/>
            <p:cNvSpPr/>
            <p:nvPr/>
          </p:nvSpPr>
          <p:spPr>
            <a:xfrm rot="10800000">
              <a:off x="8610120" y="1407600"/>
              <a:ext cx="533880" cy="1894320"/>
            </a:xfrm>
            <a:custGeom>
              <a:avLst/>
              <a:gdLst>
                <a:gd name="textAreaLeft" fmla="*/ 0 w 533880"/>
                <a:gd name="textAreaRight" fmla="*/ 534240 w 533880"/>
                <a:gd name="textAreaTop" fmla="*/ 0 h 1894320"/>
                <a:gd name="textAreaBottom" fmla="*/ 1894680 h 1894320"/>
                <a:gd name="GluePoint1X" fmla="*/ 0 w 531517"/>
                <a:gd name="GluePoint1Y" fmla="*/ 1821241 h 1821241"/>
                <a:gd name="GluePoint2X" fmla="*/ 0 w 531517"/>
                <a:gd name="GluePoint2Y" fmla="*/ 0 h 1821241"/>
                <a:gd name="GluePoint3X" fmla="*/ 531517 w 531517"/>
                <a:gd name="GluePoint3Y" fmla="*/ 672400 h 1821241"/>
                <a:gd name="GluePoint4X" fmla="*/ 0 w 531517"/>
                <a:gd name="GluePoint4Y" fmla="*/ 1821241 h 182124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dk2"/>
                </a:solidFill>
                <a:effectLst/>
                <a:uFillTx/>
                <a:latin typeface="Arial"/>
              </a:endParaRPr>
            </a:p>
          </p:txBody>
        </p:sp>
        <p:sp>
          <p:nvSpPr>
            <p:cNvPr id="131" name="Freeform 12"/>
            <p:cNvSpPr/>
            <p:nvPr/>
          </p:nvSpPr>
          <p:spPr>
            <a:xfrm rot="10800000">
              <a:off x="6623280" y="360"/>
              <a:ext cx="2520720" cy="2602080"/>
            </a:xfrm>
            <a:custGeom>
              <a:avLst/>
              <a:gdLst>
                <a:gd name="textAreaLeft" fmla="*/ 0 w 2520720"/>
                <a:gd name="textAreaRight" fmla="*/ 2521080 w 2520720"/>
                <a:gd name="textAreaTop" fmla="*/ 0 h 2602080"/>
                <a:gd name="textAreaBottom" fmla="*/ 2602440 h 2602080"/>
                <a:gd name="GluePoint1X" fmla="*/ 2508932 w 2508932"/>
                <a:gd name="GluePoint1Y" fmla="*/ 2501550 h 2501550"/>
                <a:gd name="GluePoint2X" fmla="*/ 0 w 2508932"/>
                <a:gd name="GluePoint2Y" fmla="*/ 2501550 h 2501550"/>
                <a:gd name="GluePoint3X" fmla="*/ 0 w 2508932"/>
                <a:gd name="GluePoint3Y" fmla="*/ 1148841 h 2501550"/>
                <a:gd name="GluePoint4X" fmla="*/ 531517 w 2508932"/>
                <a:gd name="GluePoint4Y" fmla="*/ 0 h 2501550"/>
                <a:gd name="GluePoint5X" fmla="*/ 2508932 w 2508932"/>
                <a:gd name="GluePoint5Y" fmla="*/ 2501550 h 250155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dk2"/>
                </a:solidFill>
                <a:effectLst/>
                <a:uFillTx/>
                <a:latin typeface="Arial"/>
              </a:endParaRPr>
            </a:p>
          </p:txBody>
        </p:sp>
        <p:sp>
          <p:nvSpPr>
            <p:cNvPr id="132" name="Freeform 13"/>
            <p:cNvSpPr/>
            <p:nvPr/>
          </p:nvSpPr>
          <p:spPr>
            <a:xfrm rot="10800000">
              <a:off x="6813000" y="1407600"/>
              <a:ext cx="2331000" cy="5216400"/>
            </a:xfrm>
            <a:custGeom>
              <a:avLst/>
              <a:gdLst>
                <a:gd name="textAreaLeft" fmla="*/ 0 w 2331000"/>
                <a:gd name="textAreaRight" fmla="*/ 2331360 w 2331000"/>
                <a:gd name="textAreaTop" fmla="*/ 0 h 5216400"/>
                <a:gd name="textAreaBottom" fmla="*/ 5216760 h 5216400"/>
                <a:gd name="GluePoint1X" fmla="*/ 0 w 2320007"/>
                <a:gd name="GluePoint1Y" fmla="*/ 5014556 h 5014556"/>
                <a:gd name="GluePoint2X" fmla="*/ 0 w 2320007"/>
                <a:gd name="GluePoint2Y" fmla="*/ 0 h 5014556"/>
                <a:gd name="GluePoint3X" fmla="*/ 2320007 w 2320007"/>
                <a:gd name="GluePoint3Y" fmla="*/ 0 h 5014556"/>
                <a:gd name="GluePoint4X" fmla="*/ 531518 w 2320007"/>
                <a:gd name="GluePoint4Y" fmla="*/ 3865713 h 5014556"/>
                <a:gd name="GluePoint5X" fmla="*/ 1 w 2320007"/>
                <a:gd name="GluePoint5Y" fmla="*/ 3193313 h 5014556"/>
                <a:gd name="GluePoint6X" fmla="*/ 1 w 2320007"/>
                <a:gd name="GluePoint6Y" fmla="*/ 5014554 h 5014556"/>
                <a:gd name="GluePoint7X" fmla="*/ 0 w 2320007"/>
                <a:gd name="GluePoint7Y" fmla="*/ 5014556 h 501455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dk2"/>
                </a:solidFill>
                <a:effectLst/>
                <a:uFillTx/>
                <a:latin typeface="Arial"/>
              </a:endParaRPr>
            </a:p>
          </p:txBody>
        </p:sp>
      </p:grpSp>
      <p:sp>
        <p:nvSpPr>
          <p:cNvPr id="133" name="Short Copyright"/>
          <p:cNvSpPr/>
          <p:nvPr/>
        </p:nvSpPr>
        <p:spPr>
          <a:xfrm>
            <a:off x="215640" y="6664320"/>
            <a:ext cx="1233360" cy="214920"/>
          </a:xfrm>
          <a:prstGeom prst="rect">
            <a:avLst/>
          </a:prstGeom>
          <a:noFill/>
          <a:ln w="0">
            <a:noFill/>
          </a:ln>
        </p:spPr>
        <p:style>
          <a:lnRef idx="0"/>
          <a:fillRef idx="0"/>
          <a:effectRef idx="0"/>
          <a:fontRef idx="minor"/>
        </p:style>
        <p:txBody>
          <a:bodyPr lIns="45720" tIns="45000" rIns="45720" bIns="45000" anchor="ctr">
            <a:spAutoFit/>
          </a:bodyPr>
          <a:p>
            <a:pPr defTabSz="914400">
              <a:lnSpc>
                <a:spcPct val="100000"/>
              </a:lnSpc>
            </a:pPr>
            <a:r>
              <a:rPr lang="en-US" sz="800" b="0" u="none" strike="noStrike">
                <a:solidFill>
                  <a:schemeClr val="dk1">
                    <a:lumMod val="65000"/>
                    <a:lumOff val="35000"/>
                  </a:schemeClr>
                </a:solidFill>
                <a:effectLst/>
                <a:uFillTx/>
                <a:latin typeface="Times New Roman"/>
              </a:rPr>
              <a:t>© McGraw Hill</a:t>
            </a:r>
            <a:endParaRPr lang="en-US" sz="800" b="0" u="none" strike="noStrike">
              <a:solidFill>
                <a:srgbClr val="000000"/>
              </a:solidFill>
              <a:effectLst/>
              <a:uFillTx/>
              <a:latin typeface="Arial"/>
            </a:endParaRPr>
          </a:p>
        </p:txBody>
      </p:sp>
      <p:sp>
        <p:nvSpPr>
          <p:cNvPr id="134" name="PlaceHolder 1"/>
          <p:cNvSpPr>
            <a:spLocks noGrp="1"/>
          </p:cNvSpPr>
          <p:nvPr>
            <p:ph type="title"/>
          </p:nvPr>
        </p:nvSpPr>
        <p:spPr>
          <a:xfrm>
            <a:off x="339480" y="117360"/>
            <a:ext cx="6065640" cy="730440"/>
          </a:xfrm>
          <a:prstGeom prst="rect">
            <a:avLst/>
          </a:prstGeom>
          <a:noFill/>
          <a:ln w="0">
            <a:noFill/>
          </a:ln>
        </p:spPr>
        <p:txBody>
          <a:bodyPr lIns="91440" tIns="45720" rIns="91440" bIns="45720" anchor="ctr">
            <a:noAutofit/>
          </a:bodyPr>
          <a:lstStyle>
            <a:lvl1pPr indent="0" algn="l" defTabSz="914400">
              <a:lnSpc>
                <a:spcPct val="90000"/>
              </a:lnSpc>
              <a:buNone/>
              <a:defRPr lang="en-US" sz="4000" b="1" u="none" strike="noStrike">
                <a:solidFill>
                  <a:schemeClr val="dk2"/>
                </a:solidFill>
                <a:effectLst/>
                <a:uFillTx/>
                <a:latin typeface="Times New Roman"/>
              </a:defRPr>
            </a:lvl1pPr>
          </a:lstStyle>
          <a:p>
            <a:pPr indent="0" algn="l" defTabSz="914400">
              <a:lnSpc>
                <a:spcPct val="90000"/>
              </a:lnSpc>
              <a:buNone/>
            </a:pPr>
            <a:r>
              <a:rPr lang="en-US" sz="4000" b="1" u="none" strike="noStrike">
                <a:solidFill>
                  <a:schemeClr val="dk2"/>
                </a:solidFill>
                <a:effectLst/>
                <a:uFillTx/>
                <a:latin typeface="Times New Roman"/>
              </a:rPr>
              <a:t>Click to edit Master title style</a:t>
            </a:r>
            <a:endParaRPr lang="en-US" sz="4000" b="1" u="none" strike="noStrike">
              <a:solidFill>
                <a:schemeClr val="dk2"/>
              </a:solidFill>
              <a:effectLst/>
              <a:uFillTx/>
              <a:latin typeface="Times New Roman"/>
            </a:endParaRPr>
          </a:p>
        </p:txBody>
      </p:sp>
      <p:sp>
        <p:nvSpPr>
          <p:cNvPr id="135" name="PlaceHolder 2"/>
          <p:cNvSpPr>
            <a:spLocks noGrp="1"/>
          </p:cNvSpPr>
          <p:nvPr>
            <p:ph type="sldNum" idx="14"/>
          </p:nvPr>
        </p:nvSpPr>
        <p:spPr>
          <a:xfrm>
            <a:off x="8637120" y="6682320"/>
            <a:ext cx="342720" cy="143640"/>
          </a:xfrm>
          <a:prstGeom prst="rect">
            <a:avLst/>
          </a:prstGeom>
          <a:noFill/>
          <a:ln w="0">
            <a:noFill/>
          </a:ln>
        </p:spPr>
        <p:txBody>
          <a:bodyPr lIns="45720" tIns="45720" rIns="45720" bIns="45720" anchor="ctr">
            <a:noAutofit/>
          </a:bodyPr>
          <a:lstStyle>
            <a:lvl1pPr indent="0" algn="r" defTabSz="914400">
              <a:lnSpc>
                <a:spcPct val="100000"/>
              </a:lnSpc>
              <a:buNone/>
              <a:defRPr lang="en-US" sz="800" b="0" u="none" strike="noStrike">
                <a:solidFill>
                  <a:schemeClr val="dk1">
                    <a:lumMod val="65000"/>
                    <a:lumOff val="35000"/>
                  </a:schemeClr>
                </a:solidFill>
                <a:effectLst/>
                <a:uFillTx/>
                <a:latin typeface="Arial"/>
              </a:defRPr>
            </a:lvl1pPr>
          </a:lstStyle>
          <a:p>
            <a:pPr indent="0" algn="r" defTabSz="914400">
              <a:lnSpc>
                <a:spcPct val="100000"/>
              </a:lnSpc>
              <a:buNone/>
            </a:pPr>
            <a:fld id="{17D27589-E5EB-4723-8A44-FA08E7C15530}" type="slidenum">
              <a:rPr lang="en-US" sz="800" b="0" u="none" strike="noStrike">
                <a:solidFill>
                  <a:schemeClr val="dk1">
                    <a:lumMod val="65000"/>
                    <a:lumOff val="35000"/>
                  </a:schemeClr>
                </a:solidFill>
                <a:effectLst/>
                <a:uFillTx/>
                <a:latin typeface="Arial"/>
              </a:rPr>
              <a:t>&lt;number&gt;</a:t>
            </a:fld>
            <a:endParaRPr lang="en-US" sz="800" b="0" u="none" strike="noStrike">
              <a:solidFill>
                <a:srgbClr val="000000"/>
              </a:solidFill>
              <a:effectLst/>
              <a:uFillTx/>
              <a:latin typeface="Times New Roman"/>
            </a:endParaRPr>
          </a:p>
        </p:txBody>
      </p:sp>
      <p:sp>
        <p:nvSpPr>
          <p:cNvPr id="136" name="PlaceHolder 3"/>
          <p:cNvSpPr>
            <a:spLocks noGrp="1"/>
          </p:cNvSpPr>
          <p:nvPr>
            <p:ph type="body" hasCustomPrompt="1"/>
          </p:nvPr>
        </p:nvSpPr>
        <p:spPr>
          <a:xfrm>
            <a:off x="343080" y="1973160"/>
            <a:ext cx="6476760" cy="4343040"/>
          </a:xfrm>
          <a:prstGeom prst="rect">
            <a:avLst/>
          </a:prstGeom>
          <a:noFill/>
          <a:ln w="0">
            <a:noFill/>
          </a:ln>
        </p:spPr>
        <p:txBody>
          <a:bodyPr lIns="91440" tIns="45720" rIns="91440" bIns="45720" anchor="t">
            <a:noAutofit/>
          </a:bodyPr>
          <a:lstStyle>
            <a:lvl1pPr indent="0" algn="l" defTabSz="914400">
              <a:lnSpc>
                <a:spcPct val="100000"/>
              </a:lnSpc>
              <a:buNone/>
              <a:tabLst>
                <a:tab pos="0" algn="l"/>
              </a:tabLst>
              <a:defRPr lang="en-US" sz="2000" b="0" u="none" strike="noStrike">
                <a:solidFill>
                  <a:schemeClr val="dk2"/>
                </a:solidFill>
                <a:effectLst/>
                <a:uFillTx/>
                <a:latin typeface="Times New Roman"/>
              </a:defRPr>
            </a:lvl1pPr>
            <a:lvl2pPr lvl="2" algn="l" defTabSz="914400">
              <a:lnSpc>
                <a:spcPct val="100000"/>
              </a:lnSpc>
              <a:spcBef>
                <a:spcPts val="799"/>
              </a:spcBef>
              <a:buClr>
                <a:srgbClr val="000000"/>
              </a:buClr>
              <a:buFont typeface="Arial"/>
              <a:buChar char="•"/>
              <a:tabLst>
                <a:tab pos="0" algn="l"/>
              </a:tabLst>
              <a:defRPr lang="en-US" sz="2000" b="0" u="none" strike="noStrike">
                <a:solidFill>
                  <a:schemeClr val="dk2"/>
                </a:solidFill>
                <a:effectLst/>
                <a:uFillTx/>
                <a:latin typeface="Times New Roman"/>
              </a:defRPr>
            </a:lvl2pPr>
            <a:lvl3pPr lvl="3" algn="l" defTabSz="914400">
              <a:lnSpc>
                <a:spcPct val="100000"/>
              </a:lnSpc>
              <a:spcBef>
                <a:spcPts val="799"/>
              </a:spcBef>
              <a:buClr>
                <a:srgbClr val="000000"/>
              </a:buClr>
              <a:buFont typeface="Arial"/>
              <a:buChar char="•"/>
              <a:tabLst>
                <a:tab pos="0" algn="l"/>
              </a:tabLst>
              <a:defRPr lang="en-US" sz="1800" b="0" u="none" strike="noStrike">
                <a:solidFill>
                  <a:schemeClr val="dk1"/>
                </a:solidFill>
                <a:effectLst/>
                <a:uFillTx/>
                <a:latin typeface="Times New Roman"/>
              </a:defRPr>
            </a:lvl3pPr>
          </a:lstStyle>
          <a:p>
            <a:pPr indent="0" algn="l" defTabSz="914400">
              <a:lnSpc>
                <a:spcPct val="100000"/>
              </a:lnSpc>
              <a:buNone/>
              <a:tabLst>
                <a:tab pos="0" algn="l"/>
              </a:tabLst>
            </a:pPr>
            <a:r>
              <a:rPr lang="en-US" sz="2000" b="0" u="none" strike="noStrike">
                <a:solidFill>
                  <a:schemeClr val="dk2"/>
                </a:solidFill>
                <a:effectLst/>
                <a:uFillTx/>
                <a:latin typeface="Times New Roman"/>
              </a:rPr>
              <a:t>Slide Content</a:t>
            </a:r>
            <a:endParaRPr lang="en-US" sz="2000" b="0" u="none" strike="noStrike">
              <a:solidFill>
                <a:schemeClr val="dk2"/>
              </a:solidFill>
              <a:effectLst/>
              <a:uFillTx/>
              <a:latin typeface="Times New Roman"/>
            </a:endParaRPr>
          </a:p>
          <a:p>
            <a:pPr marL="517680" lvl="2" indent="-285840" algn="l" defTabSz="914400">
              <a:lnSpc>
                <a:spcPct val="100000"/>
              </a:lnSpc>
              <a:spcBef>
                <a:spcPts val="799"/>
              </a:spcBef>
              <a:buClr>
                <a:srgbClr val="000000"/>
              </a:buClr>
              <a:buFont typeface="Arial"/>
              <a:buChar char="•"/>
              <a:tabLst>
                <a:tab pos="0" algn="l"/>
              </a:tabLst>
            </a:pPr>
            <a:r>
              <a:rPr lang="en-US" sz="2000" b="0" u="none" strike="noStrike">
                <a:solidFill>
                  <a:schemeClr val="dk2"/>
                </a:solidFill>
                <a:effectLst/>
                <a:uFillTx/>
                <a:latin typeface="Times New Roman"/>
              </a:rPr>
              <a:t>Second level</a:t>
            </a:r>
            <a:endParaRPr lang="en-US" sz="2000" b="0" u="none" strike="noStrike">
              <a:solidFill>
                <a:schemeClr val="dk1"/>
              </a:solidFill>
              <a:effectLst/>
              <a:uFillTx/>
              <a:latin typeface="Times New Roman"/>
            </a:endParaRPr>
          </a:p>
          <a:p>
            <a:pPr marL="741240" lvl="3" indent="-285840" algn="l" defTabSz="914400">
              <a:lnSpc>
                <a:spcPct val="100000"/>
              </a:lnSpc>
              <a:spcBef>
                <a:spcPts val="799"/>
              </a:spcBef>
              <a:buClr>
                <a:srgbClr val="000000"/>
              </a:buClr>
              <a:buFont typeface="Arial"/>
              <a:buChar char="•"/>
              <a:tabLst>
                <a:tab pos="0" algn="l"/>
              </a:tabLst>
            </a:pPr>
            <a:r>
              <a:rPr lang="en-US" sz="1800" b="0" u="none" strike="noStrike">
                <a:solidFill>
                  <a:schemeClr val="dk1"/>
                </a:solidFill>
                <a:effectLst/>
                <a:uFillTx/>
                <a:latin typeface="Times New Roman"/>
              </a:rPr>
              <a:t>Third level</a:t>
            </a:r>
            <a:endParaRPr lang="en-US" sz="1800" b="0" u="none" strike="noStrike">
              <a:solidFill>
                <a:schemeClr val="dk1"/>
              </a:solidFill>
              <a:effectLst/>
              <a:uFillTx/>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ppendix-One Placeholder">
    <p:bg>
      <p:bgPr>
        <a:solidFill>
          <a:srgbClr val="FFFFFF"/>
        </a:solidFill>
      </p:bgPr>
    </p:bg>
    <p:spTree>
      <p:nvGrpSpPr>
        <p:cNvPr id="1" name=""/>
        <p:cNvGrpSpPr/>
        <p:nvPr/>
      </p:nvGrpSpPr>
      <p:grpSpPr>
        <a:xfrm>
          <a:off x="0" y="0"/>
          <a:ext cx="0" cy="0"/>
          <a:chOff x="0" y="0"/>
          <a:chExt cx="0" cy="0"/>
        </a:xfrm>
      </p:grpSpPr>
      <p:sp>
        <p:nvSpPr>
          <p:cNvPr id="137" name="MGH Yellow Line">
            <a:extLst>
              <a:ext uri="{C183D7F6-B498-43B3-948B-1728B52AA6E4}">
                <adec:decorative xmlns:adec="http://schemas.microsoft.com/office/drawing/2017/decorative" val="1"/>
              </a:ext>
            </a:extLst>
          </p:cNvPr>
          <p:cNvSpPr/>
          <p:nvPr/>
        </p:nvSpPr>
        <p:spPr>
          <a:xfrm>
            <a:off x="0" y="6622200"/>
            <a:ext cx="9143640" cy="543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9720" rIns="90000" bIns="9720" anchor="ctr">
            <a:noAutofit/>
          </a:bodyPr>
          <a:p>
            <a:endParaRPr lang="en-US" sz="1800" b="0" u="none" strike="noStrike">
              <a:solidFill>
                <a:schemeClr val="lt1"/>
              </a:solidFill>
              <a:effectLst/>
              <a:uFillTx/>
              <a:latin typeface="Times New Roman"/>
            </a:endParaRPr>
          </a:p>
        </p:txBody>
      </p:sp>
      <p:sp>
        <p:nvSpPr>
          <p:cNvPr id="138" name="Short Copyright"/>
          <p:cNvSpPr/>
          <p:nvPr/>
        </p:nvSpPr>
        <p:spPr>
          <a:xfrm>
            <a:off x="215640" y="6664320"/>
            <a:ext cx="1233360" cy="214920"/>
          </a:xfrm>
          <a:prstGeom prst="rect">
            <a:avLst/>
          </a:prstGeom>
          <a:noFill/>
          <a:ln w="0">
            <a:noFill/>
          </a:ln>
        </p:spPr>
        <p:style>
          <a:lnRef idx="0"/>
          <a:fillRef idx="0"/>
          <a:effectRef idx="0"/>
          <a:fontRef idx="minor"/>
        </p:style>
        <p:txBody>
          <a:bodyPr lIns="45720" tIns="45000" rIns="45720" bIns="45000" anchor="ctr">
            <a:spAutoFit/>
          </a:bodyPr>
          <a:p>
            <a:pPr defTabSz="914400">
              <a:lnSpc>
                <a:spcPct val="100000"/>
              </a:lnSpc>
            </a:pPr>
            <a:r>
              <a:rPr lang="en-US" sz="800" b="0" u="none" strike="noStrike">
                <a:solidFill>
                  <a:schemeClr val="dk1">
                    <a:lumMod val="65000"/>
                    <a:lumOff val="35000"/>
                  </a:schemeClr>
                </a:solidFill>
                <a:effectLst/>
                <a:uFillTx/>
                <a:latin typeface="Times New Roman"/>
              </a:rPr>
              <a:t>© McGraw Hill</a:t>
            </a:r>
            <a:endParaRPr lang="en-US" sz="800" b="0" u="none" strike="noStrike">
              <a:solidFill>
                <a:srgbClr val="000000"/>
              </a:solidFill>
              <a:effectLst/>
              <a:uFillTx/>
              <a:latin typeface="Arial"/>
            </a:endParaRPr>
          </a:p>
        </p:txBody>
      </p:sp>
      <p:sp>
        <p:nvSpPr>
          <p:cNvPr id="139" name="PlaceHolder 1"/>
          <p:cNvSpPr>
            <a:spLocks noGrp="1"/>
          </p:cNvSpPr>
          <p:nvPr>
            <p:ph type="title" hasCustomPrompt="1"/>
          </p:nvPr>
        </p:nvSpPr>
        <p:spPr>
          <a:xfrm>
            <a:off x="343080" y="304920"/>
            <a:ext cx="8457840" cy="678240"/>
          </a:xfrm>
          <a:prstGeom prst="rect">
            <a:avLst/>
          </a:prstGeom>
          <a:noFill/>
          <a:ln w="0">
            <a:noFill/>
          </a:ln>
        </p:spPr>
        <p:txBody>
          <a:bodyPr lIns="91440" tIns="45720" rIns="91440" bIns="45720" anchor="ctr">
            <a:noAutofit/>
          </a:bodyPr>
          <a:lstStyle>
            <a:lvl1pPr indent="0" algn="l" defTabSz="914400">
              <a:lnSpc>
                <a:spcPct val="90000"/>
              </a:lnSpc>
              <a:buNone/>
              <a:defRPr lang="en-US" sz="4000" b="1" u="none" strike="noStrike">
                <a:solidFill>
                  <a:schemeClr val="dk2"/>
                </a:solidFill>
                <a:effectLst/>
                <a:uFillTx/>
                <a:latin typeface="Times New Roman"/>
              </a:defRPr>
            </a:lvl1pPr>
          </a:lstStyle>
          <a:p>
            <a:pPr indent="0" algn="l" defTabSz="914400">
              <a:lnSpc>
                <a:spcPct val="90000"/>
              </a:lnSpc>
              <a:buNone/>
            </a:pPr>
            <a:r>
              <a:rPr lang="en-US" sz="4000" b="1" u="none" strike="noStrike">
                <a:solidFill>
                  <a:schemeClr val="dk2"/>
                </a:solidFill>
                <a:effectLst/>
                <a:uFillTx/>
                <a:latin typeface="Times New Roman"/>
              </a:rPr>
              <a:t>Slide Title</a:t>
            </a:r>
            <a:endParaRPr lang="en-US" sz="4000" b="1" u="none" strike="noStrike">
              <a:solidFill>
                <a:schemeClr val="dk2"/>
              </a:solidFill>
              <a:effectLst/>
              <a:uFillTx/>
              <a:latin typeface="Times New Roman"/>
            </a:endParaRPr>
          </a:p>
        </p:txBody>
      </p:sp>
      <p:sp>
        <p:nvSpPr>
          <p:cNvPr id="140" name="PlaceHolder 2"/>
          <p:cNvSpPr>
            <a:spLocks noGrp="1"/>
          </p:cNvSpPr>
          <p:nvPr>
            <p:ph type="body" hasCustomPrompt="1"/>
          </p:nvPr>
        </p:nvSpPr>
        <p:spPr>
          <a:xfrm>
            <a:off x="3081600" y="1239840"/>
            <a:ext cx="2980440" cy="225000"/>
          </a:xfrm>
          <a:prstGeom prst="rect">
            <a:avLst/>
          </a:prstGeom>
          <a:noFill/>
          <a:ln w="0">
            <a:noFill/>
          </a:ln>
        </p:spPr>
        <p:txBody>
          <a:bodyPr lIns="91440" tIns="45720" rIns="91440" bIns="45720" anchor="ctr">
            <a:noAutofit/>
          </a:bodyPr>
          <a:lstStyle>
            <a:lvl1pPr indent="0" algn="ctr" defTabSz="914400">
              <a:lnSpc>
                <a:spcPct val="100000"/>
              </a:lnSpc>
              <a:spcAft>
                <a:spcPts val="799"/>
              </a:spcAft>
              <a:buNone/>
              <a:tabLst>
                <a:tab pos="0" algn="l"/>
              </a:tabLst>
              <a:defRPr lang="en-US" sz="1200" b="0" u="none" strike="noStrike">
                <a:solidFill>
                  <a:schemeClr val="dk2"/>
                </a:solidFill>
                <a:effectLst/>
                <a:uFillTx/>
                <a:latin typeface="Times New Roman"/>
              </a:defRPr>
            </a:lvl1pPr>
          </a:lstStyle>
          <a:p>
            <a:pPr indent="0" algn="ctr" defTabSz="914400">
              <a:lnSpc>
                <a:spcPct val="100000"/>
              </a:lnSpc>
              <a:spcAft>
                <a:spcPts val="799"/>
              </a:spcAft>
              <a:buNone/>
              <a:tabLst>
                <a:tab pos="0" algn="l"/>
              </a:tabLst>
            </a:pPr>
            <a:r>
              <a:rPr lang="en-US" sz="1200" b="0" u="none" strike="noStrike">
                <a:solidFill>
                  <a:schemeClr val="dk2"/>
                </a:solidFill>
                <a:effectLst/>
                <a:uFillTx/>
                <a:latin typeface="Times New Roman"/>
              </a:rPr>
              <a:t>Return to parent-slide containing images.</a:t>
            </a:r>
            <a:endParaRPr lang="en-US" sz="1200" b="0" u="none" strike="noStrike">
              <a:solidFill>
                <a:schemeClr val="dk2"/>
              </a:solidFill>
              <a:effectLst/>
              <a:uFillTx/>
              <a:latin typeface="Times New Roman"/>
            </a:endParaRPr>
          </a:p>
        </p:txBody>
      </p:sp>
      <p:sp>
        <p:nvSpPr>
          <p:cNvPr id="141" name="PlaceHolder 3"/>
          <p:cNvSpPr>
            <a:spLocks noGrp="1"/>
          </p:cNvSpPr>
          <p:nvPr>
            <p:ph type="body" hasCustomPrompt="1"/>
          </p:nvPr>
        </p:nvSpPr>
        <p:spPr>
          <a:xfrm>
            <a:off x="343080" y="1647720"/>
            <a:ext cx="8457840" cy="4600080"/>
          </a:xfrm>
          <a:prstGeom prst="rect">
            <a:avLst/>
          </a:prstGeom>
          <a:noFill/>
          <a:ln w="0">
            <a:noFill/>
          </a:ln>
        </p:spPr>
        <p:txBody>
          <a:bodyPr lIns="91440" tIns="45720" rIns="91440" bIns="45720" anchor="t">
            <a:noAutofit/>
          </a:bodyPr>
          <a:lstStyle>
            <a:lvl1pPr indent="0" algn="l" defTabSz="914400">
              <a:lnSpc>
                <a:spcPct val="100000"/>
              </a:lnSpc>
              <a:spcAft>
                <a:spcPts val="799"/>
              </a:spcAft>
              <a:buNone/>
              <a:tabLst>
                <a:tab pos="0" algn="l"/>
              </a:tabLst>
              <a:defRPr lang="en-US" sz="2000" b="0" u="none" strike="noStrike">
                <a:solidFill>
                  <a:schemeClr val="dk2"/>
                </a:solidFill>
                <a:effectLst/>
                <a:uFillTx/>
                <a:latin typeface="Times New Roman"/>
              </a:defRPr>
            </a:lvl1pPr>
            <a:lvl2pPr lvl="1" algn="l" defTabSz="914400">
              <a:lnSpc>
                <a:spcPct val="100000"/>
              </a:lnSpc>
              <a:spcBef>
                <a:spcPts val="799"/>
              </a:spcBef>
              <a:spcAft>
                <a:spcPts val="799"/>
              </a:spcAft>
              <a:buClr>
                <a:srgbClr val="000000"/>
              </a:buClr>
              <a:buFont typeface="Arial"/>
              <a:buChar char="•"/>
              <a:tabLst>
                <a:tab pos="0" algn="l"/>
              </a:tabLst>
              <a:defRPr lang="en-US" sz="2000" b="0" u="none" strike="noStrike">
                <a:solidFill>
                  <a:schemeClr val="dk2"/>
                </a:solidFill>
                <a:effectLst/>
                <a:uFillTx/>
                <a:latin typeface="Times New Roman"/>
              </a:defRPr>
            </a:lvl2pPr>
            <a:lvl3pPr lvl="2" algn="l" defTabSz="914400">
              <a:lnSpc>
                <a:spcPct val="100000"/>
              </a:lnSpc>
              <a:spcBef>
                <a:spcPts val="799"/>
              </a:spcBef>
              <a:spcAft>
                <a:spcPts val="799"/>
              </a:spcAft>
              <a:buClr>
                <a:srgbClr val="000000"/>
              </a:buClr>
              <a:buFont typeface="Arial"/>
              <a:buChar char="•"/>
              <a:tabLst>
                <a:tab pos="0" algn="l"/>
              </a:tabLst>
              <a:defRPr lang="en-US" sz="1800" b="0" u="none" strike="noStrike">
                <a:solidFill>
                  <a:schemeClr val="dk2"/>
                </a:solidFill>
                <a:effectLst/>
                <a:uFillTx/>
                <a:latin typeface="Times New Roman"/>
              </a:defRPr>
            </a:lvl3pPr>
          </a:lstStyle>
          <a:p>
            <a:pPr indent="0" algn="l" defTabSz="914400">
              <a:lnSpc>
                <a:spcPct val="100000"/>
              </a:lnSpc>
              <a:spcAft>
                <a:spcPts val="799"/>
              </a:spcAft>
              <a:buNone/>
              <a:tabLst>
                <a:tab pos="0" algn="l"/>
              </a:tabLst>
            </a:pPr>
            <a:r>
              <a:rPr lang="en-US" sz="2000" b="0" u="none" strike="noStrike">
                <a:solidFill>
                  <a:schemeClr val="dk2"/>
                </a:solidFill>
                <a:effectLst/>
                <a:uFillTx/>
                <a:latin typeface="Times New Roman"/>
              </a:rPr>
              <a:t>Slide Content</a:t>
            </a:r>
            <a:endParaRPr lang="en-US" sz="2000" b="0" u="none" strike="noStrike">
              <a:solidFill>
                <a:schemeClr val="dk2"/>
              </a:solidFill>
              <a:effectLst/>
              <a:uFillTx/>
              <a:latin typeface="Times New Roman"/>
            </a:endParaRPr>
          </a:p>
          <a:p>
            <a:pPr marL="344520" lvl="1" indent="-343080" algn="l" defTabSz="914400">
              <a:lnSpc>
                <a:spcPct val="100000"/>
              </a:lnSpc>
              <a:spcBef>
                <a:spcPts val="799"/>
              </a:spcBef>
              <a:spcAft>
                <a:spcPts val="799"/>
              </a:spcAft>
              <a:buClr>
                <a:srgbClr val="000000"/>
              </a:buClr>
              <a:buFont typeface="Arial"/>
              <a:buChar char="•"/>
              <a:tabLst>
                <a:tab pos="0" algn="l"/>
              </a:tabLst>
            </a:pPr>
            <a:r>
              <a:rPr lang="en-US" sz="2000" b="0" u="none" strike="noStrike">
                <a:solidFill>
                  <a:schemeClr val="dk2"/>
                </a:solidFill>
                <a:effectLst/>
                <a:uFillTx/>
                <a:latin typeface="Times New Roman"/>
              </a:rPr>
              <a:t>Second level</a:t>
            </a:r>
            <a:endParaRPr lang="en-US" sz="2000" b="0" u="none" strike="noStrike">
              <a:solidFill>
                <a:schemeClr val="dk2"/>
              </a:solidFill>
              <a:effectLst/>
              <a:uFillTx/>
              <a:latin typeface="Times New Roman"/>
            </a:endParaRPr>
          </a:p>
          <a:p>
            <a:pPr marL="517680" lvl="2" indent="-285840" algn="l" defTabSz="914400">
              <a:lnSpc>
                <a:spcPct val="100000"/>
              </a:lnSpc>
              <a:spcBef>
                <a:spcPts val="799"/>
              </a:spcBef>
              <a:spcAft>
                <a:spcPts val="799"/>
              </a:spcAft>
              <a:buClr>
                <a:srgbClr val="000000"/>
              </a:buClr>
              <a:buFont typeface="Arial"/>
              <a:buChar char="•"/>
              <a:tabLst>
                <a:tab pos="0" algn="l"/>
              </a:tabLst>
            </a:pPr>
            <a:r>
              <a:rPr lang="en-US" sz="1800" b="0" u="none" strike="noStrike">
                <a:solidFill>
                  <a:schemeClr val="dk2"/>
                </a:solidFill>
                <a:effectLst/>
                <a:uFillTx/>
                <a:latin typeface="Times New Roman"/>
              </a:rPr>
              <a:t>Third level</a:t>
            </a:r>
            <a:endParaRPr lang="en-US" sz="1800" b="0" u="none" strike="noStrike">
              <a:solidFill>
                <a:schemeClr val="dk2"/>
              </a:solidFill>
              <a:effectLst/>
              <a:uFillTx/>
              <a:latin typeface="Times New Roman"/>
            </a:endParaRPr>
          </a:p>
        </p:txBody>
      </p:sp>
      <p:sp>
        <p:nvSpPr>
          <p:cNvPr id="142" name="PlaceHolder 4"/>
          <p:cNvSpPr>
            <a:spLocks noGrp="1"/>
          </p:cNvSpPr>
          <p:nvPr>
            <p:ph type="body" hasCustomPrompt="1"/>
          </p:nvPr>
        </p:nvSpPr>
        <p:spPr>
          <a:xfrm>
            <a:off x="3092040" y="6350040"/>
            <a:ext cx="2959560" cy="228240"/>
          </a:xfrm>
          <a:prstGeom prst="rect">
            <a:avLst/>
          </a:prstGeom>
          <a:noFill/>
          <a:ln w="0">
            <a:noFill/>
          </a:ln>
        </p:spPr>
        <p:txBody>
          <a:bodyPr lIns="91440" tIns="45720" rIns="91440" bIns="45720" anchor="ctr">
            <a:noAutofit/>
          </a:bodyPr>
          <a:lstStyle>
            <a:lvl1pPr indent="0" algn="ctr" defTabSz="914400">
              <a:lnSpc>
                <a:spcPct val="100000"/>
              </a:lnSpc>
              <a:spcAft>
                <a:spcPts val="799"/>
              </a:spcAft>
              <a:buNone/>
              <a:tabLst>
                <a:tab pos="0" algn="l"/>
              </a:tabLst>
              <a:defRPr lang="en-US" sz="1200" b="0" u="none" strike="noStrike">
                <a:solidFill>
                  <a:schemeClr val="dk2"/>
                </a:solidFill>
                <a:effectLst/>
                <a:uFillTx/>
                <a:latin typeface="Times New Roman"/>
              </a:defRPr>
            </a:lvl1pPr>
          </a:lstStyle>
          <a:p>
            <a:pPr indent="0" algn="ctr" defTabSz="914400">
              <a:lnSpc>
                <a:spcPct val="100000"/>
              </a:lnSpc>
              <a:spcAft>
                <a:spcPts val="799"/>
              </a:spcAft>
              <a:buNone/>
              <a:tabLst>
                <a:tab pos="0" algn="l"/>
              </a:tabLst>
            </a:pPr>
            <a:r>
              <a:rPr lang="en-US" sz="1200" b="0" u="none" strike="noStrike">
                <a:solidFill>
                  <a:schemeClr val="dk2"/>
                </a:solidFill>
                <a:effectLst/>
                <a:uFillTx/>
                <a:latin typeface="Times New Roman"/>
              </a:rPr>
              <a:t>Return to parent-slide containing images.</a:t>
            </a:r>
            <a:endParaRPr lang="en-US" sz="1200" b="0" u="none" strike="noStrike">
              <a:solidFill>
                <a:schemeClr val="dk2"/>
              </a:solidFill>
              <a:effectLst/>
              <a:uFillTx/>
              <a:latin typeface="Times New Roman"/>
            </a:endParaRPr>
          </a:p>
        </p:txBody>
      </p:sp>
      <p:sp>
        <p:nvSpPr>
          <p:cNvPr id="143" name="PlaceHolder 5"/>
          <p:cNvSpPr>
            <a:spLocks noGrp="1"/>
          </p:cNvSpPr>
          <p:nvPr>
            <p:ph type="sldNum" idx="15"/>
          </p:nvPr>
        </p:nvSpPr>
        <p:spPr>
          <a:xfrm>
            <a:off x="8626320" y="6673680"/>
            <a:ext cx="355320" cy="160920"/>
          </a:xfrm>
          <a:prstGeom prst="rect">
            <a:avLst/>
          </a:prstGeom>
          <a:noFill/>
          <a:ln w="0">
            <a:noFill/>
          </a:ln>
        </p:spPr>
        <p:txBody>
          <a:bodyPr lIns="45720" tIns="45720" rIns="45720" bIns="45720" anchor="ctr">
            <a:noAutofit/>
          </a:bodyPr>
          <a:lstStyle>
            <a:lvl1pPr indent="0" algn="r" defTabSz="914400">
              <a:lnSpc>
                <a:spcPct val="100000"/>
              </a:lnSpc>
              <a:buNone/>
              <a:defRPr lang="en-US" sz="800" b="0" u="none" strike="noStrike">
                <a:solidFill>
                  <a:schemeClr val="dk1">
                    <a:lumMod val="65000"/>
                    <a:lumOff val="35000"/>
                  </a:schemeClr>
                </a:solidFill>
                <a:effectLst/>
                <a:uFillTx/>
                <a:latin typeface="Times New Roman"/>
              </a:defRPr>
            </a:lvl1pPr>
          </a:lstStyle>
          <a:p>
            <a:pPr indent="0" algn="r" defTabSz="914400">
              <a:lnSpc>
                <a:spcPct val="100000"/>
              </a:lnSpc>
              <a:buNone/>
            </a:pPr>
            <a:fld id="{93F36F31-9B27-421F-A68D-E43D11C8CF84}" type="slidenum">
              <a:rPr lang="en-US" sz="800" b="0" u="none" strike="noStrike">
                <a:solidFill>
                  <a:schemeClr val="dk1">
                    <a:lumMod val="65000"/>
                    <a:lumOff val="35000"/>
                  </a:schemeClr>
                </a:solidFill>
                <a:effectLst/>
                <a:uFillTx/>
                <a:latin typeface="Times New Roman"/>
              </a:rPr>
              <a:t>&lt;number&gt;</a:t>
            </a:fld>
            <a:endParaRPr lang="en-US" sz="800" b="0" u="none" strike="noStrike">
              <a:solidFill>
                <a:srgbClr val="000000"/>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ppendix-Two Comparison Placeholders With Identifiers">
    <p:bg>
      <p:bgPr>
        <a:solidFill>
          <a:srgbClr val="FFFFFF"/>
        </a:solidFill>
      </p:bgPr>
    </p:bg>
    <p:spTree>
      <p:nvGrpSpPr>
        <p:cNvPr id="1" name=""/>
        <p:cNvGrpSpPr/>
        <p:nvPr/>
      </p:nvGrpSpPr>
      <p:grpSpPr>
        <a:xfrm>
          <a:off x="0" y="0"/>
          <a:ext cx="0" cy="0"/>
          <a:chOff x="0" y="0"/>
          <a:chExt cx="0" cy="0"/>
        </a:xfrm>
      </p:grpSpPr>
      <p:sp>
        <p:nvSpPr>
          <p:cNvPr id="144" name="MGH Yellow Line">
            <a:extLst>
              <a:ext uri="{C183D7F6-B498-43B3-948B-1728B52AA6E4}">
                <adec:decorative xmlns:adec="http://schemas.microsoft.com/office/drawing/2017/decorative" val="1"/>
              </a:ext>
            </a:extLst>
          </p:cNvPr>
          <p:cNvSpPr/>
          <p:nvPr/>
        </p:nvSpPr>
        <p:spPr>
          <a:xfrm>
            <a:off x="0" y="6622200"/>
            <a:ext cx="9143640" cy="543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9720" rIns="90000" bIns="9720" anchor="ctr">
            <a:noAutofit/>
          </a:bodyPr>
          <a:p>
            <a:endParaRPr lang="en-US" sz="1800" b="0" u="none" strike="noStrike">
              <a:solidFill>
                <a:schemeClr val="lt1"/>
              </a:solidFill>
              <a:effectLst/>
              <a:uFillTx/>
              <a:latin typeface="Times New Roman"/>
            </a:endParaRPr>
          </a:p>
        </p:txBody>
      </p:sp>
      <p:sp>
        <p:nvSpPr>
          <p:cNvPr id="145" name="Short Copyright"/>
          <p:cNvSpPr/>
          <p:nvPr/>
        </p:nvSpPr>
        <p:spPr>
          <a:xfrm>
            <a:off x="215640" y="6664320"/>
            <a:ext cx="1233360" cy="214920"/>
          </a:xfrm>
          <a:prstGeom prst="rect">
            <a:avLst/>
          </a:prstGeom>
          <a:noFill/>
          <a:ln w="0">
            <a:noFill/>
          </a:ln>
        </p:spPr>
        <p:style>
          <a:lnRef idx="0"/>
          <a:fillRef idx="0"/>
          <a:effectRef idx="0"/>
          <a:fontRef idx="minor"/>
        </p:style>
        <p:txBody>
          <a:bodyPr lIns="45720" tIns="45000" rIns="45720" bIns="45000" anchor="ctr">
            <a:spAutoFit/>
          </a:bodyPr>
          <a:p>
            <a:pPr defTabSz="914400">
              <a:lnSpc>
                <a:spcPct val="100000"/>
              </a:lnSpc>
            </a:pPr>
            <a:r>
              <a:rPr lang="en-US" sz="800" b="0" u="none" strike="noStrike">
                <a:solidFill>
                  <a:schemeClr val="dk1">
                    <a:lumMod val="65000"/>
                    <a:lumOff val="35000"/>
                  </a:schemeClr>
                </a:solidFill>
                <a:effectLst/>
                <a:uFillTx/>
                <a:latin typeface="Times New Roman"/>
              </a:rPr>
              <a:t>© McGraw Hill</a:t>
            </a:r>
            <a:endParaRPr lang="en-US" sz="800" b="0" u="none" strike="noStrike">
              <a:solidFill>
                <a:srgbClr val="000000"/>
              </a:solidFill>
              <a:effectLst/>
              <a:uFillTx/>
              <a:latin typeface="Arial"/>
            </a:endParaRPr>
          </a:p>
        </p:txBody>
      </p:sp>
      <p:sp>
        <p:nvSpPr>
          <p:cNvPr id="146" name="PlaceHolder 1"/>
          <p:cNvSpPr>
            <a:spLocks noGrp="1"/>
          </p:cNvSpPr>
          <p:nvPr>
            <p:ph type="title" hasCustomPrompt="1"/>
          </p:nvPr>
        </p:nvSpPr>
        <p:spPr>
          <a:xfrm>
            <a:off x="343080" y="304920"/>
            <a:ext cx="8457840" cy="678240"/>
          </a:xfrm>
          <a:prstGeom prst="rect">
            <a:avLst/>
          </a:prstGeom>
          <a:noFill/>
          <a:ln w="0">
            <a:noFill/>
          </a:ln>
        </p:spPr>
        <p:txBody>
          <a:bodyPr lIns="91440" tIns="45720" rIns="91440" bIns="45720" anchor="ctr">
            <a:noAutofit/>
          </a:bodyPr>
          <a:lstStyle>
            <a:lvl1pPr indent="0" algn="l" defTabSz="914400">
              <a:lnSpc>
                <a:spcPct val="90000"/>
              </a:lnSpc>
              <a:buNone/>
              <a:defRPr lang="en-US" sz="4000" b="1" u="none" strike="noStrike">
                <a:solidFill>
                  <a:schemeClr val="dk2"/>
                </a:solidFill>
                <a:effectLst/>
                <a:uFillTx/>
                <a:latin typeface="Times New Roman"/>
              </a:defRPr>
            </a:lvl1pPr>
          </a:lstStyle>
          <a:p>
            <a:pPr indent="0" algn="l" defTabSz="914400">
              <a:lnSpc>
                <a:spcPct val="90000"/>
              </a:lnSpc>
              <a:buNone/>
            </a:pPr>
            <a:r>
              <a:rPr lang="en-US" sz="4000" b="1" u="none" strike="noStrike">
                <a:solidFill>
                  <a:schemeClr val="dk2"/>
                </a:solidFill>
                <a:effectLst/>
                <a:uFillTx/>
                <a:latin typeface="Times New Roman"/>
              </a:rPr>
              <a:t>Slide Title</a:t>
            </a:r>
            <a:endParaRPr lang="en-US" sz="4000" b="1" u="none" strike="noStrike">
              <a:solidFill>
                <a:schemeClr val="dk2"/>
              </a:solidFill>
              <a:effectLst/>
              <a:uFillTx/>
              <a:latin typeface="Times New Roman"/>
            </a:endParaRPr>
          </a:p>
        </p:txBody>
      </p:sp>
      <p:sp>
        <p:nvSpPr>
          <p:cNvPr id="147" name="PlaceHolder 2"/>
          <p:cNvSpPr>
            <a:spLocks noGrp="1"/>
          </p:cNvSpPr>
          <p:nvPr>
            <p:ph type="body" hasCustomPrompt="1"/>
          </p:nvPr>
        </p:nvSpPr>
        <p:spPr>
          <a:xfrm>
            <a:off x="3081600" y="1059840"/>
            <a:ext cx="2980440" cy="228240"/>
          </a:xfrm>
          <a:prstGeom prst="rect">
            <a:avLst/>
          </a:prstGeom>
          <a:noFill/>
          <a:ln w="0">
            <a:noFill/>
          </a:ln>
        </p:spPr>
        <p:txBody>
          <a:bodyPr lIns="91440" tIns="45720" rIns="91440" bIns="45720" anchor="ctr">
            <a:noAutofit/>
          </a:bodyPr>
          <a:lstStyle>
            <a:lvl1pPr indent="0" algn="ctr" defTabSz="914400">
              <a:lnSpc>
                <a:spcPct val="100000"/>
              </a:lnSpc>
              <a:spcAft>
                <a:spcPts val="799"/>
              </a:spcAft>
              <a:buNone/>
              <a:tabLst>
                <a:tab pos="0" algn="l"/>
              </a:tabLst>
              <a:defRPr lang="en-US" sz="1200" b="0" u="none" strike="noStrike">
                <a:solidFill>
                  <a:schemeClr val="dk2"/>
                </a:solidFill>
                <a:effectLst/>
                <a:uFillTx/>
                <a:latin typeface="Times New Roman"/>
              </a:defRPr>
            </a:lvl1pPr>
          </a:lstStyle>
          <a:p>
            <a:pPr indent="0" algn="ctr" defTabSz="914400">
              <a:lnSpc>
                <a:spcPct val="100000"/>
              </a:lnSpc>
              <a:spcAft>
                <a:spcPts val="799"/>
              </a:spcAft>
              <a:buNone/>
              <a:tabLst>
                <a:tab pos="0" algn="l"/>
              </a:tabLst>
            </a:pPr>
            <a:r>
              <a:rPr lang="en-US" sz="1200" b="0" u="none" strike="noStrike">
                <a:solidFill>
                  <a:schemeClr val="dk2"/>
                </a:solidFill>
                <a:effectLst/>
                <a:uFillTx/>
                <a:latin typeface="Times New Roman"/>
              </a:rPr>
              <a:t>Return to parent-slide containing images.</a:t>
            </a:r>
            <a:endParaRPr lang="en-US" sz="1200" b="0" u="none" strike="noStrike">
              <a:solidFill>
                <a:schemeClr val="dk2"/>
              </a:solidFill>
              <a:effectLst/>
              <a:uFillTx/>
              <a:latin typeface="Times New Roman"/>
            </a:endParaRPr>
          </a:p>
        </p:txBody>
      </p:sp>
      <p:sp>
        <p:nvSpPr>
          <p:cNvPr id="148" name="PlaceHolder 3"/>
          <p:cNvSpPr>
            <a:spLocks noGrp="1"/>
          </p:cNvSpPr>
          <p:nvPr>
            <p:ph type="body" hasCustomPrompt="1"/>
          </p:nvPr>
        </p:nvSpPr>
        <p:spPr>
          <a:xfrm>
            <a:off x="365040" y="1410480"/>
            <a:ext cx="4076280" cy="391680"/>
          </a:xfrm>
          <a:prstGeom prst="rect">
            <a:avLst/>
          </a:prstGeom>
          <a:noFill/>
          <a:ln w="0">
            <a:noFill/>
          </a:ln>
        </p:spPr>
        <p:txBody>
          <a:bodyPr lIns="91440" tIns="45720" rIns="91440" bIns="45720" anchor="t">
            <a:noAutofit/>
          </a:bodyPr>
          <a:lstStyle>
            <a:lvl1pPr indent="0" algn="l" defTabSz="914400">
              <a:lnSpc>
                <a:spcPct val="100000"/>
              </a:lnSpc>
              <a:spcAft>
                <a:spcPts val="799"/>
              </a:spcAft>
              <a:buNone/>
              <a:tabLst>
                <a:tab pos="0" algn="l"/>
              </a:tabLst>
              <a:defRPr lang="en-US" sz="2000" b="0" u="none" strike="noStrike">
                <a:solidFill>
                  <a:schemeClr val="dk2"/>
                </a:solidFill>
                <a:effectLst/>
                <a:uFillTx/>
                <a:latin typeface="Times New Roman"/>
              </a:defRPr>
            </a:lvl1pPr>
          </a:lstStyle>
          <a:p>
            <a:pPr indent="0" algn="l" defTabSz="914400">
              <a:lnSpc>
                <a:spcPct val="100000"/>
              </a:lnSpc>
              <a:spcAft>
                <a:spcPts val="799"/>
              </a:spcAft>
              <a:buNone/>
              <a:tabLst>
                <a:tab pos="0" algn="l"/>
              </a:tabLst>
            </a:pPr>
            <a:r>
              <a:rPr lang="en-US" sz="2000" b="0" u="none" strike="noStrike">
                <a:solidFill>
                  <a:schemeClr val="dk2"/>
                </a:solidFill>
                <a:effectLst/>
                <a:uFillTx/>
                <a:latin typeface="Times New Roman"/>
              </a:rPr>
              <a:t>Image Identifier 1</a:t>
            </a:r>
            <a:endParaRPr lang="en-US" sz="2000" b="0" u="none" strike="noStrike">
              <a:solidFill>
                <a:schemeClr val="dk2"/>
              </a:solidFill>
              <a:effectLst/>
              <a:uFillTx/>
              <a:latin typeface="Times New Roman"/>
            </a:endParaRPr>
          </a:p>
        </p:txBody>
      </p:sp>
      <p:sp>
        <p:nvSpPr>
          <p:cNvPr id="149" name="PlaceHolder 4"/>
          <p:cNvSpPr>
            <a:spLocks noGrp="1"/>
          </p:cNvSpPr>
          <p:nvPr>
            <p:ph type="body" hasCustomPrompt="1"/>
          </p:nvPr>
        </p:nvSpPr>
        <p:spPr>
          <a:xfrm>
            <a:off x="343080" y="1933200"/>
            <a:ext cx="4076280" cy="4314600"/>
          </a:xfrm>
          <a:prstGeom prst="rect">
            <a:avLst/>
          </a:prstGeom>
          <a:noFill/>
          <a:ln w="0">
            <a:noFill/>
          </a:ln>
        </p:spPr>
        <p:txBody>
          <a:bodyPr lIns="91440" tIns="45720" rIns="91440" bIns="45720" anchor="t">
            <a:noAutofit/>
          </a:bodyPr>
          <a:lstStyle>
            <a:lvl1pPr indent="0" algn="l" defTabSz="914400">
              <a:lnSpc>
                <a:spcPct val="100000"/>
              </a:lnSpc>
              <a:spcAft>
                <a:spcPts val="799"/>
              </a:spcAft>
              <a:buNone/>
              <a:tabLst>
                <a:tab pos="0" algn="l"/>
              </a:tabLst>
              <a:defRPr lang="en-US" sz="2000" b="0" u="none" strike="noStrike">
                <a:solidFill>
                  <a:schemeClr val="dk2"/>
                </a:solidFill>
                <a:effectLst/>
                <a:uFillTx/>
                <a:latin typeface="Times New Roman"/>
              </a:defRPr>
            </a:lvl1pPr>
            <a:lvl2pPr lvl="1" algn="l" defTabSz="914400">
              <a:lnSpc>
                <a:spcPct val="100000"/>
              </a:lnSpc>
              <a:spcBef>
                <a:spcPts val="799"/>
              </a:spcBef>
              <a:spcAft>
                <a:spcPts val="799"/>
              </a:spcAft>
              <a:buClr>
                <a:srgbClr val="000000"/>
              </a:buClr>
              <a:buFont typeface="Arial"/>
              <a:buChar char="•"/>
              <a:tabLst>
                <a:tab pos="0" algn="l"/>
              </a:tabLst>
              <a:defRPr lang="en-US" sz="2000" b="0" u="none" strike="noStrike">
                <a:solidFill>
                  <a:schemeClr val="dk2"/>
                </a:solidFill>
                <a:effectLst/>
                <a:uFillTx/>
                <a:latin typeface="Times New Roman"/>
              </a:defRPr>
            </a:lvl2pPr>
            <a:lvl3pPr lvl="2" algn="l" defTabSz="914400">
              <a:lnSpc>
                <a:spcPct val="100000"/>
              </a:lnSpc>
              <a:spcBef>
                <a:spcPts val="799"/>
              </a:spcBef>
              <a:spcAft>
                <a:spcPts val="799"/>
              </a:spcAft>
              <a:buClr>
                <a:srgbClr val="000000"/>
              </a:buClr>
              <a:buFont typeface="Arial"/>
              <a:buChar char="•"/>
              <a:tabLst>
                <a:tab pos="0" algn="l"/>
              </a:tabLst>
              <a:defRPr lang="en-US" sz="1800" b="0" u="none" strike="noStrike">
                <a:solidFill>
                  <a:schemeClr val="dk2"/>
                </a:solidFill>
                <a:effectLst/>
                <a:uFillTx/>
                <a:latin typeface="Times New Roman"/>
              </a:defRPr>
            </a:lvl3pPr>
          </a:lstStyle>
          <a:p>
            <a:pPr indent="0" algn="l" defTabSz="914400">
              <a:lnSpc>
                <a:spcPct val="100000"/>
              </a:lnSpc>
              <a:spcAft>
                <a:spcPts val="799"/>
              </a:spcAft>
              <a:buNone/>
              <a:tabLst>
                <a:tab pos="0" algn="l"/>
              </a:tabLst>
            </a:pPr>
            <a:r>
              <a:rPr lang="en-US" sz="2000" b="0" u="none" strike="noStrike">
                <a:solidFill>
                  <a:schemeClr val="dk2"/>
                </a:solidFill>
                <a:effectLst/>
                <a:uFillTx/>
                <a:latin typeface="Times New Roman"/>
              </a:rPr>
              <a:t>Slide Content</a:t>
            </a:r>
            <a:endParaRPr lang="en-US" sz="2000" b="0" u="none" strike="noStrike">
              <a:solidFill>
                <a:schemeClr val="dk2"/>
              </a:solidFill>
              <a:effectLst/>
              <a:uFillTx/>
              <a:latin typeface="Times New Roman"/>
            </a:endParaRPr>
          </a:p>
          <a:p>
            <a:pPr marL="344520" lvl="1" indent="-343080" algn="l" defTabSz="914400">
              <a:lnSpc>
                <a:spcPct val="100000"/>
              </a:lnSpc>
              <a:spcBef>
                <a:spcPts val="799"/>
              </a:spcBef>
              <a:spcAft>
                <a:spcPts val="799"/>
              </a:spcAft>
              <a:buClr>
                <a:srgbClr val="000000"/>
              </a:buClr>
              <a:buFont typeface="Arial"/>
              <a:buChar char="•"/>
              <a:tabLst>
                <a:tab pos="0" algn="l"/>
              </a:tabLst>
            </a:pPr>
            <a:r>
              <a:rPr lang="en-US" sz="2000" b="0" u="none" strike="noStrike">
                <a:solidFill>
                  <a:schemeClr val="dk2"/>
                </a:solidFill>
                <a:effectLst/>
                <a:uFillTx/>
                <a:latin typeface="Times New Roman"/>
              </a:rPr>
              <a:t>Second level</a:t>
            </a:r>
            <a:endParaRPr lang="en-US" sz="2000" b="0" u="none" strike="noStrike">
              <a:solidFill>
                <a:schemeClr val="dk2"/>
              </a:solidFill>
              <a:effectLst/>
              <a:uFillTx/>
              <a:latin typeface="Times New Roman"/>
            </a:endParaRPr>
          </a:p>
          <a:p>
            <a:pPr marL="517680" lvl="2" indent="-285840" algn="l" defTabSz="914400">
              <a:lnSpc>
                <a:spcPct val="100000"/>
              </a:lnSpc>
              <a:spcBef>
                <a:spcPts val="799"/>
              </a:spcBef>
              <a:spcAft>
                <a:spcPts val="799"/>
              </a:spcAft>
              <a:buClr>
                <a:srgbClr val="000000"/>
              </a:buClr>
              <a:buFont typeface="Arial"/>
              <a:buChar char="•"/>
              <a:tabLst>
                <a:tab pos="0" algn="l"/>
              </a:tabLst>
            </a:pPr>
            <a:r>
              <a:rPr lang="en-US" sz="1800" b="0" u="none" strike="noStrike">
                <a:solidFill>
                  <a:schemeClr val="dk2"/>
                </a:solidFill>
                <a:effectLst/>
                <a:uFillTx/>
                <a:latin typeface="Times New Roman"/>
              </a:rPr>
              <a:t>Third level</a:t>
            </a:r>
            <a:endParaRPr lang="en-US" sz="1800" b="0" u="none" strike="noStrike">
              <a:solidFill>
                <a:schemeClr val="dk2"/>
              </a:solidFill>
              <a:effectLst/>
              <a:uFillTx/>
              <a:latin typeface="Times New Roman"/>
            </a:endParaRPr>
          </a:p>
        </p:txBody>
      </p:sp>
      <p:sp>
        <p:nvSpPr>
          <p:cNvPr id="150" name="PlaceHolder 5"/>
          <p:cNvSpPr>
            <a:spLocks noGrp="1"/>
          </p:cNvSpPr>
          <p:nvPr>
            <p:ph type="body" hasCustomPrompt="1"/>
          </p:nvPr>
        </p:nvSpPr>
        <p:spPr>
          <a:xfrm>
            <a:off x="4715280" y="1410480"/>
            <a:ext cx="4077720" cy="392760"/>
          </a:xfrm>
          <a:prstGeom prst="rect">
            <a:avLst/>
          </a:prstGeom>
          <a:noFill/>
          <a:ln w="0">
            <a:noFill/>
          </a:ln>
        </p:spPr>
        <p:txBody>
          <a:bodyPr lIns="91440" tIns="45720" rIns="91440" bIns="45720" anchor="t">
            <a:noAutofit/>
          </a:bodyPr>
          <a:lstStyle>
            <a:lvl1pPr indent="0" algn="l" defTabSz="914400">
              <a:lnSpc>
                <a:spcPct val="100000"/>
              </a:lnSpc>
              <a:spcAft>
                <a:spcPts val="799"/>
              </a:spcAft>
              <a:buNone/>
              <a:tabLst>
                <a:tab pos="0" algn="l"/>
              </a:tabLst>
              <a:defRPr lang="en-US" sz="2000" b="0" u="none" strike="noStrike">
                <a:solidFill>
                  <a:schemeClr val="dk2"/>
                </a:solidFill>
                <a:effectLst/>
                <a:uFillTx/>
                <a:latin typeface="Times New Roman"/>
              </a:defRPr>
            </a:lvl1pPr>
          </a:lstStyle>
          <a:p>
            <a:pPr indent="0" algn="l" defTabSz="914400">
              <a:lnSpc>
                <a:spcPct val="100000"/>
              </a:lnSpc>
              <a:spcAft>
                <a:spcPts val="799"/>
              </a:spcAft>
              <a:buNone/>
              <a:tabLst>
                <a:tab pos="0" algn="l"/>
              </a:tabLst>
            </a:pPr>
            <a:r>
              <a:rPr lang="en-US" sz="2000" b="0" u="none" strike="noStrike">
                <a:solidFill>
                  <a:schemeClr val="dk2"/>
                </a:solidFill>
                <a:effectLst/>
                <a:uFillTx/>
                <a:latin typeface="Times New Roman"/>
              </a:rPr>
              <a:t>Image Identifier 2</a:t>
            </a:r>
            <a:endParaRPr lang="en-US" sz="2000" b="0" u="none" strike="noStrike">
              <a:solidFill>
                <a:schemeClr val="dk2"/>
              </a:solidFill>
              <a:effectLst/>
              <a:uFillTx/>
              <a:latin typeface="Times New Roman"/>
            </a:endParaRPr>
          </a:p>
        </p:txBody>
      </p:sp>
      <p:sp>
        <p:nvSpPr>
          <p:cNvPr id="151" name="PlaceHolder 6"/>
          <p:cNvSpPr>
            <a:spLocks noGrp="1"/>
          </p:cNvSpPr>
          <p:nvPr>
            <p:ph type="body" hasCustomPrompt="1"/>
          </p:nvPr>
        </p:nvSpPr>
        <p:spPr>
          <a:xfrm>
            <a:off x="4724280" y="1933200"/>
            <a:ext cx="4076280" cy="4314600"/>
          </a:xfrm>
          <a:prstGeom prst="rect">
            <a:avLst/>
          </a:prstGeom>
          <a:noFill/>
          <a:ln w="0">
            <a:noFill/>
          </a:ln>
        </p:spPr>
        <p:txBody>
          <a:bodyPr lIns="91440" tIns="45720" rIns="91440" bIns="45720" anchor="t">
            <a:noAutofit/>
          </a:bodyPr>
          <a:lstStyle>
            <a:lvl1pPr indent="0" algn="l" defTabSz="914400">
              <a:lnSpc>
                <a:spcPct val="100000"/>
              </a:lnSpc>
              <a:spcAft>
                <a:spcPts val="799"/>
              </a:spcAft>
              <a:buNone/>
              <a:tabLst>
                <a:tab pos="0" algn="l"/>
              </a:tabLst>
              <a:defRPr lang="en-US" sz="2000" b="0" u="none" strike="noStrike">
                <a:solidFill>
                  <a:schemeClr val="dk2"/>
                </a:solidFill>
                <a:effectLst/>
                <a:uFillTx/>
                <a:latin typeface="Times New Roman"/>
              </a:defRPr>
            </a:lvl1pPr>
            <a:lvl2pPr lvl="1" algn="l" defTabSz="914400">
              <a:lnSpc>
                <a:spcPct val="100000"/>
              </a:lnSpc>
              <a:spcBef>
                <a:spcPts val="799"/>
              </a:spcBef>
              <a:spcAft>
                <a:spcPts val="799"/>
              </a:spcAft>
              <a:buClr>
                <a:srgbClr val="000000"/>
              </a:buClr>
              <a:buFont typeface="Arial"/>
              <a:buChar char="•"/>
              <a:tabLst>
                <a:tab pos="0" algn="l"/>
              </a:tabLst>
              <a:defRPr lang="en-US" sz="2000" b="0" u="none" strike="noStrike">
                <a:solidFill>
                  <a:schemeClr val="dk2"/>
                </a:solidFill>
                <a:effectLst/>
                <a:uFillTx/>
                <a:latin typeface="Times New Roman"/>
              </a:defRPr>
            </a:lvl2pPr>
            <a:lvl3pPr lvl="2" algn="l" defTabSz="914400">
              <a:lnSpc>
                <a:spcPct val="100000"/>
              </a:lnSpc>
              <a:spcBef>
                <a:spcPts val="799"/>
              </a:spcBef>
              <a:spcAft>
                <a:spcPts val="799"/>
              </a:spcAft>
              <a:buClr>
                <a:srgbClr val="000000"/>
              </a:buClr>
              <a:buFont typeface="Arial"/>
              <a:buChar char="•"/>
              <a:tabLst>
                <a:tab pos="0" algn="l"/>
              </a:tabLst>
              <a:defRPr lang="en-US" sz="1800" b="0" u="none" strike="noStrike">
                <a:solidFill>
                  <a:schemeClr val="dk2"/>
                </a:solidFill>
                <a:effectLst/>
                <a:uFillTx/>
                <a:latin typeface="Times New Roman"/>
              </a:defRPr>
            </a:lvl3pPr>
          </a:lstStyle>
          <a:p>
            <a:pPr indent="0" algn="l" defTabSz="914400">
              <a:lnSpc>
                <a:spcPct val="100000"/>
              </a:lnSpc>
              <a:spcAft>
                <a:spcPts val="799"/>
              </a:spcAft>
              <a:buNone/>
              <a:tabLst>
                <a:tab pos="0" algn="l"/>
              </a:tabLst>
            </a:pPr>
            <a:r>
              <a:rPr lang="en-US" sz="2000" b="0" u="none" strike="noStrike">
                <a:solidFill>
                  <a:schemeClr val="dk2"/>
                </a:solidFill>
                <a:effectLst/>
                <a:uFillTx/>
                <a:latin typeface="Times New Roman"/>
              </a:rPr>
              <a:t>Slide Content 2</a:t>
            </a:r>
            <a:endParaRPr lang="en-US" sz="2000" b="0" u="none" strike="noStrike">
              <a:solidFill>
                <a:schemeClr val="dk2"/>
              </a:solidFill>
              <a:effectLst/>
              <a:uFillTx/>
              <a:latin typeface="Times New Roman"/>
            </a:endParaRPr>
          </a:p>
          <a:p>
            <a:pPr marL="344520" lvl="1" indent="-343080" algn="l" defTabSz="914400">
              <a:lnSpc>
                <a:spcPct val="100000"/>
              </a:lnSpc>
              <a:spcBef>
                <a:spcPts val="799"/>
              </a:spcBef>
              <a:spcAft>
                <a:spcPts val="799"/>
              </a:spcAft>
              <a:buClr>
                <a:srgbClr val="000000"/>
              </a:buClr>
              <a:buFont typeface="Arial"/>
              <a:buChar char="•"/>
              <a:tabLst>
                <a:tab pos="0" algn="l"/>
              </a:tabLst>
            </a:pPr>
            <a:r>
              <a:rPr lang="en-US" sz="2000" b="0" u="none" strike="noStrike">
                <a:solidFill>
                  <a:schemeClr val="dk2"/>
                </a:solidFill>
                <a:effectLst/>
                <a:uFillTx/>
                <a:latin typeface="Times New Roman"/>
              </a:rPr>
              <a:t>Second level</a:t>
            </a:r>
            <a:endParaRPr lang="en-US" sz="2000" b="0" u="none" strike="noStrike">
              <a:solidFill>
                <a:schemeClr val="dk2"/>
              </a:solidFill>
              <a:effectLst/>
              <a:uFillTx/>
              <a:latin typeface="Times New Roman"/>
            </a:endParaRPr>
          </a:p>
          <a:p>
            <a:pPr marL="517680" lvl="2" indent="-285840" algn="l" defTabSz="914400">
              <a:lnSpc>
                <a:spcPct val="100000"/>
              </a:lnSpc>
              <a:spcBef>
                <a:spcPts val="799"/>
              </a:spcBef>
              <a:spcAft>
                <a:spcPts val="799"/>
              </a:spcAft>
              <a:buClr>
                <a:srgbClr val="000000"/>
              </a:buClr>
              <a:buFont typeface="Arial"/>
              <a:buChar char="•"/>
              <a:tabLst>
                <a:tab pos="0" algn="l"/>
              </a:tabLst>
            </a:pPr>
            <a:r>
              <a:rPr lang="en-US" sz="1800" b="0" u="none" strike="noStrike">
                <a:solidFill>
                  <a:schemeClr val="dk2"/>
                </a:solidFill>
                <a:effectLst/>
                <a:uFillTx/>
                <a:latin typeface="Times New Roman"/>
              </a:rPr>
              <a:t>Third level</a:t>
            </a:r>
            <a:endParaRPr lang="en-US" sz="1800" b="0" u="none" strike="noStrike">
              <a:solidFill>
                <a:schemeClr val="dk2"/>
              </a:solidFill>
              <a:effectLst/>
              <a:uFillTx/>
              <a:latin typeface="Times New Roman"/>
            </a:endParaRPr>
          </a:p>
        </p:txBody>
      </p:sp>
      <p:sp>
        <p:nvSpPr>
          <p:cNvPr id="152" name="PlaceHolder 7"/>
          <p:cNvSpPr>
            <a:spLocks noGrp="1"/>
          </p:cNvSpPr>
          <p:nvPr>
            <p:ph type="body" hasCustomPrompt="1"/>
          </p:nvPr>
        </p:nvSpPr>
        <p:spPr>
          <a:xfrm>
            <a:off x="3081600" y="6348600"/>
            <a:ext cx="2980440" cy="228240"/>
          </a:xfrm>
          <a:prstGeom prst="rect">
            <a:avLst/>
          </a:prstGeom>
          <a:noFill/>
          <a:ln w="0">
            <a:noFill/>
          </a:ln>
        </p:spPr>
        <p:txBody>
          <a:bodyPr lIns="91440" tIns="45720" rIns="91440" bIns="45720" anchor="ctr">
            <a:noAutofit/>
          </a:bodyPr>
          <a:lstStyle>
            <a:lvl1pPr indent="0" algn="ctr" defTabSz="914400">
              <a:lnSpc>
                <a:spcPct val="100000"/>
              </a:lnSpc>
              <a:spcAft>
                <a:spcPts val="799"/>
              </a:spcAft>
              <a:buNone/>
              <a:tabLst>
                <a:tab pos="0" algn="l"/>
              </a:tabLst>
              <a:defRPr lang="en-US" sz="1200" b="0" u="none" strike="noStrike">
                <a:solidFill>
                  <a:schemeClr val="dk2"/>
                </a:solidFill>
                <a:effectLst/>
                <a:uFillTx/>
                <a:latin typeface="Times New Roman"/>
              </a:defRPr>
            </a:lvl1pPr>
          </a:lstStyle>
          <a:p>
            <a:pPr indent="0" algn="ctr" defTabSz="914400">
              <a:lnSpc>
                <a:spcPct val="100000"/>
              </a:lnSpc>
              <a:spcAft>
                <a:spcPts val="799"/>
              </a:spcAft>
              <a:buNone/>
              <a:tabLst>
                <a:tab pos="0" algn="l"/>
              </a:tabLst>
            </a:pPr>
            <a:r>
              <a:rPr lang="en-US" sz="1200" b="0" u="none" strike="noStrike">
                <a:solidFill>
                  <a:schemeClr val="dk2"/>
                </a:solidFill>
                <a:effectLst/>
                <a:uFillTx/>
                <a:latin typeface="Times New Roman"/>
              </a:rPr>
              <a:t>Return to parent-slide containing images.</a:t>
            </a:r>
            <a:endParaRPr lang="en-US" sz="1200" b="0" u="none" strike="noStrike">
              <a:solidFill>
                <a:schemeClr val="dk2"/>
              </a:solidFill>
              <a:effectLst/>
              <a:uFillTx/>
              <a:latin typeface="Times New Roman"/>
            </a:endParaRPr>
          </a:p>
        </p:txBody>
      </p:sp>
      <p:sp>
        <p:nvSpPr>
          <p:cNvPr id="153" name="PlaceHolder 8"/>
          <p:cNvSpPr>
            <a:spLocks noGrp="1"/>
          </p:cNvSpPr>
          <p:nvPr>
            <p:ph type="sldNum" idx="16"/>
          </p:nvPr>
        </p:nvSpPr>
        <p:spPr>
          <a:xfrm>
            <a:off x="8626320" y="6673680"/>
            <a:ext cx="355320" cy="160920"/>
          </a:xfrm>
          <a:prstGeom prst="rect">
            <a:avLst/>
          </a:prstGeom>
          <a:noFill/>
          <a:ln w="0">
            <a:noFill/>
          </a:ln>
        </p:spPr>
        <p:txBody>
          <a:bodyPr lIns="45720" tIns="45720" rIns="45720" bIns="45720" anchor="ctr">
            <a:noAutofit/>
          </a:bodyPr>
          <a:lstStyle>
            <a:lvl1pPr indent="0" algn="r" defTabSz="914400">
              <a:lnSpc>
                <a:spcPct val="100000"/>
              </a:lnSpc>
              <a:buNone/>
              <a:defRPr lang="en-US" sz="800" b="0" u="none" strike="noStrike">
                <a:solidFill>
                  <a:schemeClr val="dk1">
                    <a:lumMod val="65000"/>
                    <a:lumOff val="35000"/>
                  </a:schemeClr>
                </a:solidFill>
                <a:effectLst/>
                <a:uFillTx/>
                <a:latin typeface="Times New Roman"/>
              </a:defRPr>
            </a:lvl1pPr>
          </a:lstStyle>
          <a:p>
            <a:pPr indent="0" algn="r" defTabSz="914400">
              <a:lnSpc>
                <a:spcPct val="100000"/>
              </a:lnSpc>
              <a:buNone/>
            </a:pPr>
            <a:fld id="{5E6A3C0C-2D62-407F-9563-E47833F78E63}" type="slidenum">
              <a:rPr lang="en-US" sz="800" b="0" u="none" strike="noStrike">
                <a:solidFill>
                  <a:schemeClr val="dk1">
                    <a:lumMod val="65000"/>
                    <a:lumOff val="35000"/>
                  </a:schemeClr>
                </a:solidFill>
                <a:effectLst/>
                <a:uFillTx/>
                <a:latin typeface="Times New Roman"/>
              </a:rPr>
              <a:t>&lt;number&gt;</a:t>
            </a:fld>
            <a:endParaRPr lang="en-US" sz="8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Relationship Id="rId8"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13.xml"/><Relationship Id="rId3"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15.xml"/><Relationship Id="rId3" Type="http://schemas.openxmlformats.org/officeDocument/2006/relationships/slideLayout" Target="../slideLayouts/slideLayout1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4" r:id="rId2"/>
    <p:sldLayoutId id="2147483655" r:id="rId3"/>
    <p:sldLayoutId id="2147483656" r:id="rId4"/>
    <p:sldLayoutId id="2147483657" r:id="rId5"/>
    <p:sldLayoutId id="2147483658" r:id="rId6"/>
    <p:sldLayoutId id="2147483659" r:id="rId7"/>
    <p:sldLayoutId id="2147483660" r:id="rId8"/>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2" name="MGH Yellow Line">
            <a:extLst>
              <a:ext uri="{C183D7F6-B498-43B3-948B-1728B52AA6E4}">
                <adec:decorative xmlns:adec="http://schemas.microsoft.com/office/drawing/2017/decorative" val="1"/>
              </a:ext>
            </a:extLst>
          </p:cNvPr>
          <p:cNvSpPr/>
          <p:nvPr/>
        </p:nvSpPr>
        <p:spPr>
          <a:xfrm>
            <a:off x="0" y="6432480"/>
            <a:ext cx="9143640" cy="543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9720" rIns="90000" bIns="9720" anchor="ctr">
            <a:noAutofit/>
          </a:bodyPr>
          <a:p>
            <a:endParaRPr lang="en-US" sz="1800" b="0" u="none" strike="noStrike">
              <a:solidFill>
                <a:schemeClr val="lt1"/>
              </a:solidFill>
              <a:effectLst/>
              <a:uFillTx/>
              <a:latin typeface="Arial"/>
            </a:endParaRPr>
          </a:p>
        </p:txBody>
      </p:sp>
      <p:sp>
        <p:nvSpPr>
          <p:cNvPr id="113" name="PlaceHolder 1"/>
          <p:cNvSpPr>
            <a:spLocks noGrp="1"/>
          </p:cNvSpPr>
          <p:nvPr>
            <p:ph type="title" hasCustomPrompt="1"/>
          </p:nvPr>
        </p:nvSpPr>
        <p:spPr>
          <a:xfrm>
            <a:off x="3426120" y="418320"/>
            <a:ext cx="2291760" cy="291600"/>
          </a:xfrm>
          <a:prstGeom prst="rect">
            <a:avLst/>
          </a:prstGeom>
          <a:noFill/>
          <a:ln w="0">
            <a:noFill/>
          </a:ln>
        </p:spPr>
        <p:txBody>
          <a:bodyPr lIns="90000" tIns="45000" rIns="90000" bIns="45000" anchor="t">
            <a:noAutofit/>
          </a:bodyPr>
          <a:lstStyle>
            <a:lvl1pPr indent="0" algn="ctr" defTabSz="914400">
              <a:lnSpc>
                <a:spcPct val="90000"/>
              </a:lnSpc>
              <a:buNone/>
              <a:defRPr lang="en-US" sz="1600" b="0" u="none" strike="noStrike">
                <a:solidFill>
                  <a:schemeClr val="dk1"/>
                </a:solidFill>
                <a:effectLst/>
                <a:uFillTx/>
                <a:latin typeface="Arial"/>
              </a:defRPr>
            </a:lvl1pPr>
          </a:lstStyle>
          <a:p>
            <a:pPr indent="0" algn="ctr" defTabSz="914400">
              <a:lnSpc>
                <a:spcPct val="90000"/>
              </a:lnSpc>
              <a:buNone/>
            </a:pPr>
            <a:r>
              <a:rPr lang="en-US" sz="1600" b="0" u="none" strike="noStrike">
                <a:solidFill>
                  <a:schemeClr val="dk1"/>
                </a:solidFill>
                <a:effectLst/>
                <a:uFillTx/>
                <a:latin typeface="Arial"/>
              </a:rPr>
              <a:t>Add hidden title here </a:t>
            </a:r>
            <a:endParaRPr lang="en-US" sz="1600" b="0" u="none" strike="noStrike">
              <a:solidFill>
                <a:schemeClr val="dk1"/>
              </a:solidFill>
              <a:effectLst/>
              <a:uFillTx/>
              <a:latin typeface="Arial"/>
            </a:endParaRPr>
          </a:p>
        </p:txBody>
      </p:sp>
      <p:pic>
        <p:nvPicPr>
          <p:cNvPr id="114" name="MGH Logo" descr="McGraw-Hill Education Logo"/>
          <p:cNvPicPr/>
          <p:nvPr/>
        </p:nvPicPr>
        <p:blipFill>
          <a:blip r:embed="rId2"/>
          <a:stretch/>
        </p:blipFill>
        <p:spPr>
          <a:xfrm>
            <a:off x="3350160" y="1005840"/>
            <a:ext cx="2443320" cy="2443320"/>
          </a:xfrm>
          <a:prstGeom prst="rect">
            <a:avLst/>
          </a:prstGeom>
          <a:noFill/>
          <a:ln w="0">
            <a:noFill/>
          </a:ln>
        </p:spPr>
      </p:pic>
      <p:sp>
        <p:nvSpPr>
          <p:cNvPr id="115" name="PlaceHolder 2"/>
          <p:cNvSpPr>
            <a:spLocks noGrp="1"/>
          </p:cNvSpPr>
          <p:nvPr>
            <p:ph type="ftr" idx="12"/>
          </p:nvPr>
        </p:nvSpPr>
        <p:spPr>
          <a:xfrm>
            <a:off x="0" y="6487200"/>
            <a:ext cx="9143640" cy="370440"/>
          </a:xfrm>
          <a:prstGeom prst="rect">
            <a:avLst/>
          </a:prstGeom>
          <a:noFill/>
          <a:ln w="0">
            <a:noFill/>
          </a:ln>
        </p:spPr>
        <p:txBody>
          <a:bodyPr lIns="91440" tIns="45720" rIns="91440" bIns="45720" anchor="ctr">
            <a:noAutofit/>
          </a:bodyPr>
          <a:lstStyle>
            <a:lvl1pPr indent="0" algn="ctr" defTabSz="457200">
              <a:lnSpc>
                <a:spcPct val="100000"/>
              </a:lnSpc>
              <a:spcBef>
                <a:spcPts val="159"/>
              </a:spcBef>
              <a:buNone/>
              <a:defRPr lang="en-US" sz="800" b="0" u="none" strike="noStrike">
                <a:solidFill>
                  <a:schemeClr val="dk1">
                    <a:lumMod val="50000"/>
                    <a:lumOff val="50000"/>
                  </a:schemeClr>
                </a:solidFill>
                <a:effectLst/>
                <a:uFillTx/>
                <a:latin typeface="Arial"/>
              </a:defRPr>
            </a:lvl1pPr>
          </a:lstStyle>
          <a:p>
            <a:pPr indent="0" algn="ctr" defTabSz="457200">
              <a:lnSpc>
                <a:spcPct val="100000"/>
              </a:lnSpc>
              <a:spcBef>
                <a:spcPts val="159"/>
              </a:spcBef>
              <a:buNone/>
            </a:pPr>
            <a:r>
              <a:rPr lang="en-US" sz="800" b="0" u="none" strike="noStrike">
                <a:solidFill>
                  <a:schemeClr val="dk1">
                    <a:lumMod val="50000"/>
                    <a:lumOff val="50000"/>
                  </a:schemeClr>
                </a:solidFill>
                <a:effectLst/>
                <a:uFillTx/>
                <a:latin typeface="Arial"/>
              </a:rPr>
              <a:t>&lt;footer&gt;</a:t>
            </a:r>
            <a:endParaRPr lang="en-US" sz="800" b="0" u="none" strike="noStrike">
              <a:solidFill>
                <a:srgbClr val="000000"/>
              </a:solidFill>
              <a:effectLst/>
              <a:uFillTx/>
              <a:latin typeface="Times New Roman"/>
            </a:endParaRPr>
          </a:p>
        </p:txBody>
      </p:sp>
      <p:sp>
        <p:nvSpPr>
          <p:cNvPr id="116" name="MGH Tagline"/>
          <p:cNvSpPr/>
          <p:nvPr/>
        </p:nvSpPr>
        <p:spPr>
          <a:xfrm>
            <a:off x="1730880" y="3796560"/>
            <a:ext cx="5682240" cy="46872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tabLst>
                <a:tab pos="0" algn="l"/>
              </a:tabLst>
            </a:pPr>
            <a:r>
              <a:rPr lang="en-US" sz="2400" b="0" u="none" spc="40" strike="noStrike">
                <a:solidFill>
                  <a:srgbClr val="000000"/>
                </a:solidFill>
                <a:effectLst/>
                <a:uFillTx/>
                <a:latin typeface="Arial"/>
                <a:ea typeface="Calibri"/>
              </a:rPr>
              <a:t>Because learning changes everything.</a:t>
            </a:r>
            <a:r>
              <a:rPr lang="en-US" sz="1400" b="0" u="none" spc="40" strike="noStrike" baseline="60000">
                <a:solidFill>
                  <a:srgbClr val="000000"/>
                </a:solidFill>
                <a:effectLst/>
                <a:uFillTx/>
                <a:latin typeface="Arial"/>
                <a:ea typeface="Calibri"/>
              </a:rPr>
              <a:t>®</a:t>
            </a:r>
            <a:endParaRPr lang="en-US" sz="1400" b="0" u="none" strike="noStrike">
              <a:solidFill>
                <a:srgbClr val="000000"/>
              </a:solidFill>
              <a:effectLst/>
              <a:uFillTx/>
              <a:latin typeface="Arial"/>
            </a:endParaRPr>
          </a:p>
        </p:txBody>
      </p:sp>
      <p:sp>
        <p:nvSpPr>
          <p:cNvPr id="117" name="MGH URL"/>
          <p:cNvSpPr/>
          <p:nvPr/>
        </p:nvSpPr>
        <p:spPr>
          <a:xfrm>
            <a:off x="3269160" y="5329080"/>
            <a:ext cx="2605320" cy="33804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tabLst>
                <a:tab pos="0" algn="l"/>
              </a:tabLst>
            </a:pPr>
            <a:r>
              <a:rPr lang="en-US" sz="1600" b="0" u="none" strike="noStrike">
                <a:solidFill>
                  <a:srgbClr val="000000"/>
                </a:solidFill>
                <a:effectLst/>
                <a:uFillTx/>
                <a:latin typeface="Arial"/>
              </a:rPr>
              <a:t>www.mheducation.com</a:t>
            </a:r>
            <a:endParaRPr lang="en-US" sz="1600" b="0" u="none" strike="noStrike">
              <a:solidFill>
                <a:srgbClr val="000000"/>
              </a:solidFill>
              <a:effectLst/>
              <a:uFillTx/>
              <a:latin typeface="Arial"/>
            </a:endParaRPr>
          </a:p>
        </p:txBody>
      </p:sp>
      <p:sp>
        <p:nvSpPr>
          <p:cNvPr id="118" name="PlaceHolder 3"/>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lvl1pPr algn="ctr">
              <a:spcBef>
                <a:spcPts val="1417"/>
              </a:spcBef>
              <a:buClr>
                <a:srgbClr val="000000"/>
              </a:buClr>
              <a:buSzPct val="45000"/>
              <a:buFont typeface="Wingdings" charset="2"/>
              <a:buChar char=""/>
              <a:defRPr lang="en-US" sz="2000" b="0" u="none" strike="noStrike">
                <a:solidFill>
                  <a:schemeClr val="dk2"/>
                </a:solidFill>
                <a:effectLst/>
                <a:uFillTx/>
                <a:latin typeface="Arial"/>
              </a:defRPr>
            </a:lvl1pPr>
            <a:lvl2pPr lvl="1" algn="l">
              <a:spcBef>
                <a:spcPts val="1134"/>
              </a:spcBef>
              <a:buClr>
                <a:srgbClr val="000000"/>
              </a:buClr>
              <a:buSzPct val="75000"/>
              <a:buFont typeface="Symbol" charset="2"/>
              <a:buChar char=""/>
              <a:defRPr lang="en-US" sz="1800" b="0" u="none" strike="noStrike">
                <a:solidFill>
                  <a:schemeClr val="dk2"/>
                </a:solidFill>
                <a:effectLst/>
                <a:uFillTx/>
                <a:latin typeface="Arial"/>
              </a:defRPr>
            </a:lvl2pPr>
            <a:lvl3pPr lvl="2" algn="l">
              <a:spcBef>
                <a:spcPts val="850"/>
              </a:spcBef>
              <a:buClr>
                <a:srgbClr val="000000"/>
              </a:buClr>
              <a:buSzPct val="45000"/>
              <a:buFont typeface="Wingdings" charset="2"/>
              <a:buChar char=""/>
              <a:defRPr lang="en-US" sz="1400" b="0" u="none" strike="noStrike">
                <a:solidFill>
                  <a:schemeClr val="dk1"/>
                </a:solidFill>
                <a:effectLst/>
                <a:uFillTx/>
                <a:latin typeface="Arial"/>
              </a:defRPr>
            </a:lvl3pPr>
            <a:lvl4pPr lvl="3" algn="l">
              <a:spcBef>
                <a:spcPts val="567"/>
              </a:spcBef>
              <a:buClr>
                <a:srgbClr val="000000"/>
              </a:buClr>
              <a:buSzPct val="75000"/>
              <a:buFont typeface="Symbol" charset="2"/>
              <a:buChar char=""/>
              <a:defRPr lang="en-US" sz="1400" b="0" u="none" strike="noStrike">
                <a:solidFill>
                  <a:schemeClr val="dk1"/>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Arial"/>
              </a:defRPr>
            </a:lvl7pPr>
          </a:lstStyle>
          <a:p>
            <a:pPr marL="432000" indent="-324000" algn="ctr">
              <a:spcBef>
                <a:spcPts val="1417"/>
              </a:spcBef>
              <a:buClr>
                <a:srgbClr val="000000"/>
              </a:buClr>
              <a:buSzPct val="45000"/>
              <a:buFont typeface="Wingdings" charset="2"/>
              <a:buChar char=""/>
            </a:pPr>
            <a:r>
              <a:rPr lang="en-US" sz="2000" b="0" u="none" strike="noStrike">
                <a:solidFill>
                  <a:schemeClr val="dk2"/>
                </a:solidFill>
                <a:effectLst/>
                <a:uFillTx/>
                <a:latin typeface="Arial"/>
              </a:rPr>
              <a:t>Click to edit the outline text format</a:t>
            </a:r>
            <a:endParaRPr lang="en-US" sz="2000" b="0" u="none" strike="noStrike">
              <a:solidFill>
                <a:schemeClr val="dk2"/>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chemeClr val="dk2"/>
                </a:solidFill>
                <a:effectLst/>
                <a:uFillTx/>
                <a:latin typeface="Arial"/>
              </a:rPr>
              <a:t>Second Outline Level</a:t>
            </a:r>
            <a:endParaRPr lang="en-US" sz="1800" b="0" u="none" strike="noStrike">
              <a:solidFill>
                <a:schemeClr val="dk2"/>
              </a:solidFill>
              <a:effectLst/>
              <a:uFillTx/>
              <a:latin typeface="Arial"/>
            </a:endParaRPr>
          </a:p>
          <a:p>
            <a:pPr marL="1296000" lvl="2" indent="-288000" algn="l">
              <a:spcBef>
                <a:spcPts val="850"/>
              </a:spcBef>
              <a:buClr>
                <a:srgbClr val="000000"/>
              </a:buClr>
              <a:buSzPct val="45000"/>
              <a:buFont typeface="Wingdings" charset="2"/>
              <a:buChar char=""/>
            </a:pPr>
            <a:r>
              <a:rPr lang="en-US" sz="1400" b="0" u="none" strike="noStrike">
                <a:solidFill>
                  <a:schemeClr val="dk1"/>
                </a:solidFill>
                <a:effectLst/>
                <a:uFillTx/>
                <a:latin typeface="Arial"/>
              </a:rPr>
              <a:t>Third Outline Level</a:t>
            </a:r>
            <a:endParaRPr lang="en-US" sz="1400" b="0" u="none" strike="noStrike">
              <a:solidFill>
                <a:schemeClr val="dk1"/>
              </a:solidFill>
              <a:effectLst/>
              <a:uFillTx/>
              <a:latin typeface="Arial"/>
            </a:endParaRPr>
          </a:p>
          <a:p>
            <a:pPr marL="1728000" lvl="3" indent="-216000" algn="l">
              <a:spcBef>
                <a:spcPts val="567"/>
              </a:spcBef>
              <a:buClr>
                <a:srgbClr val="000000"/>
              </a:buClr>
              <a:buSzPct val="75000"/>
              <a:buFont typeface="Symbol" charset="2"/>
              <a:buChar char=""/>
            </a:pPr>
            <a:r>
              <a:rPr lang="en-US" sz="1400" b="0" u="none" strike="noStrike">
                <a:solidFill>
                  <a:schemeClr val="dk1"/>
                </a:solidFill>
                <a:effectLst/>
                <a:uFillTx/>
                <a:latin typeface="Arial"/>
              </a:rPr>
              <a:t>Fourth Outline Level</a:t>
            </a:r>
            <a:endParaRPr lang="en-US" sz="1400" b="0" u="none" strike="noStrike">
              <a:solidFill>
                <a:schemeClr val="dk1"/>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Arial"/>
              </a:rPr>
              <a:t>Fifth Outline Level</a:t>
            </a:r>
            <a:endParaRPr lang="en-US" sz="2000" b="0" u="none" strike="noStrike">
              <a:solidFill>
                <a:schemeClr val="dk1"/>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Arial"/>
              </a:rPr>
              <a:t>Sixth Outline Level</a:t>
            </a:r>
            <a:endParaRPr lang="en-US" sz="2000" b="0" u="none" strike="noStrike">
              <a:solidFill>
                <a:schemeClr val="dk1"/>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Arial"/>
              </a:rPr>
              <a:t>Seventh Outline Level</a:t>
            </a:r>
            <a:endParaRPr lang="en-US" sz="2000" b="0" u="none" strike="noStrik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62"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4" r:id="rId2"/>
    <p:sldLayoutId id="2147483665" r:id="rId3"/>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7" r:id="rId2"/>
    <p:sldLayoutId id="2147483668"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4.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 Target="slide21.xml"/><Relationship Id="rId3" Type="http://schemas.openxmlformats.org/officeDocument/2006/relationships/slideLayout" Target="../slideLayouts/slideLayout10.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8.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0.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slide" Target="slide4.xml"/><Relationship Id="rId2" Type="http://schemas.openxmlformats.org/officeDocument/2006/relationships/slide" Target="slide4.xml"/><Relationship Id="rId3" Type="http://schemas.openxmlformats.org/officeDocument/2006/relationships/slideLayout" Target="../slideLayouts/slideLayout1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title" hasCustomPrompt="1"/>
          </p:nvPr>
        </p:nvSpPr>
        <p:spPr>
          <a:xfrm>
            <a:off x="621720" y="2608200"/>
            <a:ext cx="3035520" cy="1393560"/>
          </a:xfrm>
          <a:prstGeom prst="rect">
            <a:avLst/>
          </a:prstGeom>
          <a:noFill/>
          <a:ln w="0">
            <a:noFill/>
          </a:ln>
        </p:spPr>
        <p:txBody>
          <a:bodyPr lIns="90000" tIns="45000" rIns="90000" bIns="45000" anchor="b">
            <a:noAutofit/>
          </a:bodyPr>
          <a:p>
            <a:pPr indent="0" algn="l" defTabSz="914400">
              <a:lnSpc>
                <a:spcPct val="100000"/>
              </a:lnSpc>
              <a:buNone/>
            </a:pPr>
            <a:r>
              <a:rPr lang="en-US" sz="2600" b="1" u="none" strike="noStrike">
                <a:solidFill>
                  <a:schemeClr val="lt1"/>
                </a:solidFill>
                <a:effectLst/>
                <a:uFillTx/>
                <a:latin typeface="Times New Roman"/>
              </a:rPr>
              <a:t>Chapter 1</a:t>
            </a:r>
            <a:endParaRPr lang="en-US" sz="2600" b="1" u="none" strike="noStrike">
              <a:solidFill>
                <a:schemeClr val="lt1"/>
              </a:solidFill>
              <a:effectLst/>
              <a:uFillTx/>
              <a:latin typeface="Arial"/>
            </a:endParaRPr>
          </a:p>
        </p:txBody>
      </p:sp>
      <p:sp>
        <p:nvSpPr>
          <p:cNvPr id="155" name="PlaceHolder 2"/>
          <p:cNvSpPr>
            <a:spLocks noGrp="1"/>
          </p:cNvSpPr>
          <p:nvPr>
            <p:ph type="subTitle" hasCustomPrompt="1"/>
          </p:nvPr>
        </p:nvSpPr>
        <p:spPr>
          <a:xfrm>
            <a:off x="621720" y="4069800"/>
            <a:ext cx="3035520" cy="803880"/>
          </a:xfrm>
          <a:prstGeom prst="rect">
            <a:avLst/>
          </a:prstGeom>
          <a:noFill/>
          <a:ln w="0">
            <a:noFill/>
          </a:ln>
        </p:spPr>
        <p:txBody>
          <a:bodyPr lIns="90000" tIns="45000" rIns="90000" bIns="45000" anchor="t">
            <a:noAutofit/>
          </a:bodyPr>
          <a:p>
            <a:pPr indent="0" algn="l" defTabSz="914400">
              <a:lnSpc>
                <a:spcPct val="100000"/>
              </a:lnSpc>
              <a:spcBef>
                <a:spcPts val="1199"/>
              </a:spcBef>
              <a:buNone/>
              <a:tabLst>
                <a:tab pos="0" algn="l"/>
              </a:tabLst>
            </a:pPr>
            <a:r>
              <a:rPr lang="en-US" sz="1800" b="0" u="none" strike="noStrike">
                <a:solidFill>
                  <a:schemeClr val="lt1"/>
                </a:solidFill>
                <a:effectLst/>
                <a:uFillTx/>
                <a:latin typeface="Times New Roman"/>
              </a:rPr>
              <a:t>Software and Software Engineering</a:t>
            </a:r>
            <a:endParaRPr lang="en-US" sz="1800" b="0" u="none" strike="noStrike">
              <a:solidFill>
                <a:schemeClr val="lt1"/>
              </a:solidFill>
              <a:effectLst/>
              <a:uFillTx/>
              <a:latin typeface="Arial"/>
            </a:endParaRPr>
          </a:p>
        </p:txBody>
      </p:sp>
      <p:sp>
        <p:nvSpPr>
          <p:cNvPr id="156" name="PlaceHolder 3"/>
          <p:cNvSpPr>
            <a:spLocks noGrp="1"/>
          </p:cNvSpPr>
          <p:nvPr>
            <p:ph hasCustomPrompt="1"/>
          </p:nvPr>
        </p:nvSpPr>
        <p:spPr>
          <a:xfrm>
            <a:off x="621720" y="5096520"/>
            <a:ext cx="3043080" cy="569160"/>
          </a:xfrm>
          <a:prstGeom prst="rect">
            <a:avLst/>
          </a:prstGeom>
          <a:noFill/>
          <a:ln w="0">
            <a:noFill/>
          </a:ln>
        </p:spPr>
        <p:txBody>
          <a:bodyPr lIns="90000" tIns="45000" rIns="90000" bIns="45000" anchor="t">
            <a:noAutofit/>
          </a:bodyPr>
          <a:p>
            <a:pPr indent="0" algn="l" defTabSz="914400">
              <a:lnSpc>
                <a:spcPct val="100000"/>
              </a:lnSpc>
              <a:buNone/>
              <a:tabLst>
                <a:tab pos="0" algn="l"/>
              </a:tabLst>
            </a:pPr>
            <a:r>
              <a:rPr lang="en-US" sz="1200" b="1" u="none" strike="noStrike">
                <a:solidFill>
                  <a:schemeClr val="lt1"/>
                </a:solidFill>
                <a:effectLst/>
                <a:uFillTx/>
                <a:latin typeface="Times New Roman"/>
              </a:rPr>
              <a:t>Introduction</a:t>
            </a:r>
            <a:endParaRPr lang="en-US" sz="1200" b="0" u="none" strike="noStrike">
              <a:solidFill>
                <a:schemeClr val="dk1"/>
              </a:solidFill>
              <a:effectLst/>
              <a:uFillTx/>
              <a:latin typeface="Arial"/>
            </a:endParaRPr>
          </a:p>
        </p:txBody>
      </p:sp>
      <p:pic>
        <p:nvPicPr>
          <p:cNvPr id="157" name="Picture Placeholder 3" descr="Software Engineering-A Practitioner's Approach, Ninth edition by Roger S. Pressman and Bruce R. Maxim."/>
          <p:cNvPicPr/>
          <p:nvPr/>
        </p:nvPicPr>
        <p:blipFill>
          <a:blip r:embed="rId1"/>
          <a:srcRect l="0" t="2502" r="0" b="2502"/>
          <a:stretch/>
        </p:blipFill>
        <p:spPr>
          <a:xfrm>
            <a:off x="4438800" y="1175040"/>
            <a:ext cx="4228920" cy="4975920"/>
          </a:xfrm>
          <a:prstGeom prst="rect">
            <a:avLst/>
          </a:prstGeom>
          <a:noFill/>
          <a:ln w="0">
            <a:noFill/>
          </a:ln>
        </p:spPr>
      </p:pic>
      <p:sp>
        <p:nvSpPr>
          <p:cNvPr id="158" name="PlaceHolder 4"/>
          <p:cNvSpPr>
            <a:spLocks noGrp="1"/>
          </p:cNvSpPr>
          <p:nvPr>
            <p:ph type="ftr" idx="17"/>
          </p:nvPr>
        </p:nvSpPr>
        <p:spPr>
          <a:xfrm>
            <a:off x="0" y="6478560"/>
            <a:ext cx="9143640" cy="379080"/>
          </a:xfrm>
          <a:prstGeom prst="rect">
            <a:avLst/>
          </a:prstGeom>
          <a:noFill/>
          <a:ln w="0">
            <a:noFill/>
          </a:ln>
        </p:spPr>
        <p:txBody>
          <a:bodyPr lIns="91440" tIns="45720" rIns="91440" bIns="45720" anchor="ctr">
            <a:noAutofit/>
          </a:bodyPr>
          <a:lstStyle>
            <a:lvl1pPr indent="0" algn="ctr" defTabSz="457200">
              <a:lnSpc>
                <a:spcPct val="100000"/>
              </a:lnSpc>
              <a:spcBef>
                <a:spcPts val="159"/>
              </a:spcBef>
              <a:buNone/>
              <a:defRPr lang="en-US" sz="800" b="0" u="none" strike="noStrike">
                <a:solidFill>
                  <a:schemeClr val="dk1">
                    <a:lumMod val="50000"/>
                    <a:lumOff val="50000"/>
                  </a:schemeClr>
                </a:solidFill>
                <a:effectLst/>
                <a:uFillTx/>
                <a:latin typeface="Times New Roman"/>
              </a:defRPr>
            </a:lvl1pPr>
          </a:lstStyle>
          <a:p>
            <a:pPr indent="0" algn="ctr" defTabSz="457200">
              <a:lnSpc>
                <a:spcPct val="100000"/>
              </a:lnSpc>
              <a:spcBef>
                <a:spcPts val="159"/>
              </a:spcBef>
              <a:buNone/>
            </a:pPr>
            <a:r>
              <a:rPr lang="en-US" sz="800" b="0" u="none" strike="noStrike">
                <a:solidFill>
                  <a:schemeClr val="dk1">
                    <a:lumMod val="50000"/>
                    <a:lumOff val="50000"/>
                  </a:schemeClr>
                </a:solidFill>
                <a:effectLst/>
                <a:uFillTx/>
                <a:latin typeface="Times New Roman"/>
              </a:rPr>
              <a:t>© 2020 McGraw Hill. All rights reserved. Authorized only for instructor use in the classroom.</a:t>
            </a:r>
            <a:endParaRPr lang="en-US" sz="800" b="0" u="none" strike="noStrike">
              <a:solidFill>
                <a:srgbClr val="000000"/>
              </a:solidFill>
              <a:effectLst/>
              <a:uFillTx/>
              <a:latin typeface="Times New Roman"/>
            </a:endParaRPr>
          </a:p>
          <a:p>
            <a:pPr indent="0" algn="ctr" defTabSz="457200">
              <a:lnSpc>
                <a:spcPct val="100000"/>
              </a:lnSpc>
              <a:spcBef>
                <a:spcPts val="159"/>
              </a:spcBef>
              <a:buNone/>
            </a:pPr>
            <a:r>
              <a:rPr lang="en-US" sz="800" b="0" u="none" strike="noStrike">
                <a:solidFill>
                  <a:schemeClr val="dk1">
                    <a:lumMod val="50000"/>
                    <a:lumOff val="50000"/>
                  </a:schemeClr>
                </a:solidFill>
                <a:effectLst/>
                <a:uFillTx/>
                <a:latin typeface="Times New Roman"/>
              </a:rPr>
              <a:t>No reproduction or further distribution permitted without the prior written consent of McGraw Hill.</a:t>
            </a:r>
            <a:endParaRPr lang="en-US" sz="8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title" hasCustomPrompt="1"/>
          </p:nvPr>
        </p:nvSpPr>
        <p:spPr>
          <a:xfrm>
            <a:off x="343080" y="304920"/>
            <a:ext cx="8457840" cy="678240"/>
          </a:xfrm>
          <a:prstGeom prst="rect">
            <a:avLst/>
          </a:prstGeom>
          <a:noFill/>
          <a:ln w="0">
            <a:noFill/>
          </a:ln>
        </p:spPr>
        <p:txBody>
          <a:bodyPr lIns="91440" tIns="45720" rIns="91440" bIns="45720" anchor="ctr">
            <a:noAutofit/>
          </a:bodyPr>
          <a:p>
            <a:pPr indent="0" algn="l" defTabSz="914400">
              <a:lnSpc>
                <a:spcPct val="90000"/>
              </a:lnSpc>
              <a:buNone/>
            </a:pPr>
            <a:r>
              <a:rPr lang="en-US" sz="3600" b="1" u="none" strike="noStrike">
                <a:solidFill>
                  <a:schemeClr val="dk2"/>
                </a:solidFill>
                <a:effectLst/>
                <a:uFillTx/>
                <a:latin typeface="Times New Roman"/>
              </a:rPr>
              <a:t>Nature of Software – Defining Software</a:t>
            </a:r>
            <a:endParaRPr lang="en-US" sz="3600" b="1" u="none" strike="noStrike">
              <a:solidFill>
                <a:schemeClr val="dk2"/>
              </a:solidFill>
              <a:effectLst/>
              <a:uFillTx/>
              <a:latin typeface="Times New Roman"/>
            </a:endParaRPr>
          </a:p>
        </p:txBody>
      </p:sp>
      <p:sp>
        <p:nvSpPr>
          <p:cNvPr id="160" name="PlaceHolder 2"/>
          <p:cNvSpPr>
            <a:spLocks noGrp="1"/>
          </p:cNvSpPr>
          <p:nvPr>
            <p:ph hasCustomPrompt="1"/>
          </p:nvPr>
        </p:nvSpPr>
        <p:spPr>
          <a:xfrm>
            <a:off x="343080" y="1276560"/>
            <a:ext cx="8457840" cy="3475800"/>
          </a:xfrm>
          <a:prstGeom prst="rect">
            <a:avLst/>
          </a:prstGeom>
          <a:noFill/>
          <a:ln w="0">
            <a:noFill/>
          </a:ln>
        </p:spPr>
        <p:txBody>
          <a:bodyPr lIns="91440" tIns="45720" rIns="91440" bIns="45720" anchor="t">
            <a:noAutofit/>
          </a:bodyPr>
          <a:p>
            <a:pPr indent="0" algn="l" defTabSz="914400">
              <a:lnSpc>
                <a:spcPct val="100000"/>
              </a:lnSpc>
              <a:spcBef>
                <a:spcPts val="1199"/>
              </a:spcBef>
              <a:spcAft>
                <a:spcPts val="799"/>
              </a:spcAft>
              <a:buNone/>
              <a:tabLst>
                <a:tab pos="0" algn="l"/>
              </a:tabLst>
            </a:pPr>
            <a:r>
              <a:rPr lang="en-US" sz="2400" b="0" i="1" u="none" strike="noStrike">
                <a:solidFill>
                  <a:schemeClr val="dk1"/>
                </a:solidFill>
                <a:effectLst/>
                <a:uFillTx/>
                <a:latin typeface="Times New Roman"/>
              </a:rPr>
              <a:t>Software is:</a:t>
            </a:r>
            <a:endParaRPr lang="en-US" sz="2400" b="0" u="none" strike="noStrike">
              <a:solidFill>
                <a:schemeClr val="dk1">
                  <a:lumMod val="65000"/>
                  <a:lumOff val="35000"/>
                </a:schemeClr>
              </a:solidFill>
              <a:effectLst/>
              <a:uFillTx/>
              <a:latin typeface="Times New Roman"/>
            </a:endParaRPr>
          </a:p>
          <a:p>
            <a:pPr marL="403200" indent="-403200" algn="l" defTabSz="914400">
              <a:lnSpc>
                <a:spcPct val="100000"/>
              </a:lnSpc>
              <a:spcBef>
                <a:spcPts val="1001"/>
              </a:spcBef>
              <a:buClr>
                <a:srgbClr val="000000"/>
              </a:buClr>
              <a:buFont typeface="Arial"/>
              <a:buAutoNum type="arabicParenR"/>
              <a:tabLst>
                <a:tab pos="0" algn="l"/>
              </a:tabLst>
            </a:pPr>
            <a:r>
              <a:rPr lang="en-US" sz="2400" b="0" i="1" u="none" strike="noStrike">
                <a:solidFill>
                  <a:schemeClr val="dk1"/>
                </a:solidFill>
                <a:effectLst/>
                <a:uFillTx/>
                <a:latin typeface="Times New Roman"/>
              </a:rPr>
              <a:t>Instructions (computer programs) that when executed provide desired features, function, and performance;</a:t>
            </a:r>
            <a:endParaRPr lang="en-US" sz="2400" b="0" u="none" strike="noStrike">
              <a:solidFill>
                <a:schemeClr val="dk1">
                  <a:lumMod val="65000"/>
                  <a:lumOff val="35000"/>
                </a:schemeClr>
              </a:solidFill>
              <a:effectLst/>
              <a:uFillTx/>
              <a:latin typeface="Times New Roman"/>
            </a:endParaRPr>
          </a:p>
          <a:p>
            <a:pPr marL="403200" indent="-403200" algn="l" defTabSz="914400">
              <a:lnSpc>
                <a:spcPct val="100000"/>
              </a:lnSpc>
              <a:spcBef>
                <a:spcPts val="1001"/>
              </a:spcBef>
              <a:buClr>
                <a:srgbClr val="000000"/>
              </a:buClr>
              <a:buFont typeface="Arial"/>
              <a:buAutoNum type="arabicParenR"/>
              <a:tabLst>
                <a:tab pos="0" algn="l"/>
              </a:tabLst>
            </a:pPr>
            <a:r>
              <a:rPr lang="en-US" sz="2400" b="0" i="1" u="none" strike="noStrike">
                <a:solidFill>
                  <a:schemeClr val="dk1"/>
                </a:solidFill>
                <a:effectLst/>
                <a:uFillTx/>
                <a:latin typeface="Times New Roman"/>
              </a:rPr>
              <a:t>Data structures that enable the programs to adequately manipulate information.</a:t>
            </a:r>
            <a:endParaRPr lang="en-US" sz="2400" b="0" u="none" strike="noStrike">
              <a:solidFill>
                <a:schemeClr val="dk1">
                  <a:lumMod val="65000"/>
                  <a:lumOff val="35000"/>
                </a:schemeClr>
              </a:solidFill>
              <a:effectLst/>
              <a:uFillTx/>
              <a:latin typeface="Times New Roman"/>
            </a:endParaRPr>
          </a:p>
          <a:p>
            <a:pPr marL="403200" indent="-403200" algn="l" defTabSz="914400">
              <a:lnSpc>
                <a:spcPct val="100000"/>
              </a:lnSpc>
              <a:spcBef>
                <a:spcPts val="1001"/>
              </a:spcBef>
              <a:buClr>
                <a:srgbClr val="000000"/>
              </a:buClr>
              <a:buFont typeface="Arial"/>
              <a:buAutoNum type="arabicParenR"/>
              <a:tabLst>
                <a:tab pos="0" algn="l"/>
              </a:tabLst>
            </a:pPr>
            <a:r>
              <a:rPr lang="en-US" sz="2400" b="0" i="1" u="none" strike="noStrike">
                <a:solidFill>
                  <a:schemeClr val="dk1"/>
                </a:solidFill>
                <a:effectLst/>
                <a:uFillTx/>
                <a:latin typeface="Times New Roman"/>
              </a:rPr>
              <a:t>Documentation that describes the operation and use of the programs.</a:t>
            </a:r>
            <a:endParaRPr lang="en-US" sz="2400" b="0" u="none" strike="noStrike">
              <a:solidFill>
                <a:schemeClr val="dk1">
                  <a:lumMod val="65000"/>
                  <a:lumOff val="35000"/>
                </a:schemeClr>
              </a:solidFill>
              <a:effectLst/>
              <a:uFillTx/>
              <a:latin typeface="Times New Roman"/>
            </a:endParaRPr>
          </a:p>
        </p:txBody>
      </p:sp>
      <p:sp>
        <p:nvSpPr>
          <p:cNvPr id="4" name="PlaceHolder 3"/>
          <p:cNvSpPr>
            <a:spLocks noGrp="1"/>
          </p:cNvSpPr>
          <p:nvPr>
            <p:ph type="sldNum" idx="10"/>
          </p:nvPr>
        </p:nvSpPr>
        <p:spPr/>
        <p:txBody>
          <a:bodyPr/>
          <a:p>
            <a:fld id="{D9AD8003-E1F5-47DA-9145-24828C26AE67}"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title" hasCustomPrompt="1"/>
          </p:nvPr>
        </p:nvSpPr>
        <p:spPr>
          <a:xfrm>
            <a:off x="343080" y="304920"/>
            <a:ext cx="8457840" cy="678240"/>
          </a:xfrm>
          <a:prstGeom prst="rect">
            <a:avLst/>
          </a:prstGeom>
          <a:noFill/>
          <a:ln w="0">
            <a:noFill/>
          </a:ln>
        </p:spPr>
        <p:txBody>
          <a:bodyPr lIns="91440" tIns="45720" rIns="91440" bIns="45720" anchor="ctr">
            <a:normAutofit/>
          </a:bodyPr>
          <a:p>
            <a:pPr indent="0" algn="l" defTabSz="914400">
              <a:lnSpc>
                <a:spcPct val="90000"/>
              </a:lnSpc>
              <a:buNone/>
            </a:pPr>
            <a:r>
              <a:rPr lang="en-US" sz="4000" b="1" u="none" strike="noStrike">
                <a:solidFill>
                  <a:schemeClr val="dk2"/>
                </a:solidFill>
                <a:effectLst/>
                <a:uFillTx/>
                <a:latin typeface="Times New Roman"/>
              </a:rPr>
              <a:t>What is Software?</a:t>
            </a:r>
            <a:endParaRPr lang="en-US" sz="4000" b="1" u="none" strike="noStrike">
              <a:solidFill>
                <a:schemeClr val="dk2"/>
              </a:solidFill>
              <a:effectLst/>
              <a:uFillTx/>
              <a:latin typeface="Times New Roman"/>
            </a:endParaRPr>
          </a:p>
        </p:txBody>
      </p:sp>
      <p:sp>
        <p:nvSpPr>
          <p:cNvPr id="162" name="PlaceHolder 2"/>
          <p:cNvSpPr>
            <a:spLocks noGrp="1"/>
          </p:cNvSpPr>
          <p:nvPr>
            <p:ph hasCustomPrompt="1"/>
          </p:nvPr>
        </p:nvSpPr>
        <p:spPr>
          <a:xfrm>
            <a:off x="343080" y="1276560"/>
            <a:ext cx="8457840" cy="2298960"/>
          </a:xfrm>
          <a:prstGeom prst="rect">
            <a:avLst/>
          </a:prstGeom>
          <a:noFill/>
          <a:ln w="0">
            <a:noFill/>
          </a:ln>
        </p:spPr>
        <p:txBody>
          <a:bodyPr lIns="91440" tIns="45720" rIns="91440" bIns="45720" anchor="t">
            <a:noAutofit/>
          </a:bodyPr>
          <a:p>
            <a:pPr marL="291600" indent="-291600" algn="l" defTabSz="914400">
              <a:lnSpc>
                <a:spcPct val="100000"/>
              </a:lnSpc>
              <a:spcBef>
                <a:spcPts val="1001"/>
              </a:spcBef>
              <a:buClr>
                <a:srgbClr val="000000"/>
              </a:buClr>
              <a:buFont typeface="Arial"/>
              <a:buChar char="•"/>
              <a:tabLst>
                <a:tab pos="0" algn="l"/>
              </a:tabLst>
            </a:pPr>
            <a:r>
              <a:rPr lang="en-US" sz="2400" b="0" i="1" u="none" strike="noStrike">
                <a:solidFill>
                  <a:schemeClr val="dk2"/>
                </a:solidFill>
                <a:effectLst/>
                <a:uFillTx/>
                <a:latin typeface="Times New Roman"/>
              </a:rPr>
              <a:t>Software is developed or engineered it is not manufactured in the classical sense.</a:t>
            </a:r>
            <a:endParaRPr lang="en-US" sz="2400" b="0" u="none" strike="noStrike">
              <a:solidFill>
                <a:schemeClr val="dk1">
                  <a:lumMod val="65000"/>
                  <a:lumOff val="35000"/>
                </a:schemeClr>
              </a:solidFill>
              <a:effectLst/>
              <a:uFillTx/>
              <a:latin typeface="Times New Roman"/>
            </a:endParaRPr>
          </a:p>
          <a:p>
            <a:pPr marL="291600" indent="-291600" algn="l" defTabSz="914400">
              <a:lnSpc>
                <a:spcPct val="100000"/>
              </a:lnSpc>
              <a:spcBef>
                <a:spcPts val="1001"/>
              </a:spcBef>
              <a:buClr>
                <a:srgbClr val="000000"/>
              </a:buClr>
              <a:buFont typeface="Arial"/>
              <a:buChar char="•"/>
              <a:tabLst>
                <a:tab pos="0" algn="l"/>
              </a:tabLst>
            </a:pPr>
            <a:r>
              <a:rPr lang="en-US" sz="2400" b="0" i="1" u="none" strike="noStrike">
                <a:solidFill>
                  <a:schemeClr val="dk2"/>
                </a:solidFill>
                <a:effectLst/>
                <a:uFillTx/>
                <a:latin typeface="Times New Roman"/>
              </a:rPr>
              <a:t>Software doesn't "wear out“ but it does deteriorate.</a:t>
            </a:r>
            <a:endParaRPr lang="en-US" sz="2400" b="0" u="none" strike="noStrike">
              <a:solidFill>
                <a:schemeClr val="dk1">
                  <a:lumMod val="65000"/>
                  <a:lumOff val="35000"/>
                </a:schemeClr>
              </a:solidFill>
              <a:effectLst/>
              <a:uFillTx/>
              <a:latin typeface="Times New Roman"/>
            </a:endParaRPr>
          </a:p>
          <a:p>
            <a:pPr marL="291600" indent="-291600" algn="l" defTabSz="914400">
              <a:lnSpc>
                <a:spcPct val="100000"/>
              </a:lnSpc>
              <a:spcBef>
                <a:spcPts val="1001"/>
              </a:spcBef>
              <a:buClr>
                <a:srgbClr val="000000"/>
              </a:buClr>
              <a:buFont typeface="Arial"/>
              <a:buChar char="•"/>
              <a:tabLst>
                <a:tab pos="0" algn="l"/>
              </a:tabLst>
            </a:pPr>
            <a:r>
              <a:rPr lang="en-US" sz="2400" b="0" i="1" u="none" strike="noStrike">
                <a:solidFill>
                  <a:schemeClr val="dk2"/>
                </a:solidFill>
                <a:effectLst/>
                <a:uFillTx/>
                <a:latin typeface="Times New Roman"/>
              </a:rPr>
              <a:t>Although the industry is moving toward component-based construction, most software continues to be custom-built.</a:t>
            </a:r>
            <a:endParaRPr lang="en-US" sz="2400" b="0" u="none" strike="noStrike">
              <a:solidFill>
                <a:schemeClr val="dk1">
                  <a:lumMod val="65000"/>
                  <a:lumOff val="35000"/>
                </a:schemeClr>
              </a:solidFill>
              <a:effectLst/>
              <a:uFillTx/>
              <a:latin typeface="Times New Roman"/>
            </a:endParaRPr>
          </a:p>
        </p:txBody>
      </p:sp>
      <p:sp>
        <p:nvSpPr>
          <p:cNvPr id="4" name="PlaceHolder 3"/>
          <p:cNvSpPr>
            <a:spLocks noGrp="1"/>
          </p:cNvSpPr>
          <p:nvPr>
            <p:ph type="sldNum" idx="10"/>
          </p:nvPr>
        </p:nvSpPr>
        <p:spPr/>
        <p:txBody>
          <a:bodyPr/>
          <a:p>
            <a:fld id="{6C00176B-52DD-49F0-88B6-E8A1BB184158}"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title" hasCustomPrompt="1"/>
          </p:nvPr>
        </p:nvSpPr>
        <p:spPr>
          <a:xfrm>
            <a:off x="343080" y="304920"/>
            <a:ext cx="8457840" cy="678240"/>
          </a:xfrm>
          <a:prstGeom prst="rect">
            <a:avLst/>
          </a:prstGeom>
          <a:noFill/>
          <a:ln w="0">
            <a:noFill/>
          </a:ln>
        </p:spPr>
        <p:txBody>
          <a:bodyPr lIns="91440" tIns="45720" rIns="91440" bIns="45720" anchor="ctr">
            <a:normAutofit/>
          </a:bodyPr>
          <a:p>
            <a:pPr indent="0" algn="l" defTabSz="914400">
              <a:lnSpc>
                <a:spcPct val="90000"/>
              </a:lnSpc>
              <a:buNone/>
            </a:pPr>
            <a:r>
              <a:rPr lang="en-US" sz="4000" b="1" u="none" strike="noStrike">
                <a:solidFill>
                  <a:schemeClr val="dk2"/>
                </a:solidFill>
                <a:effectLst/>
                <a:uFillTx/>
                <a:latin typeface="Times New Roman"/>
              </a:rPr>
              <a:t>Wear versus Deterioration</a:t>
            </a:r>
            <a:endParaRPr lang="en-US" sz="4000" b="1" u="none" strike="noStrike">
              <a:solidFill>
                <a:schemeClr val="dk2"/>
              </a:solidFill>
              <a:effectLst/>
              <a:uFillTx/>
              <a:latin typeface="Times New Roman"/>
            </a:endParaRPr>
          </a:p>
        </p:txBody>
      </p:sp>
      <p:pic>
        <p:nvPicPr>
          <p:cNvPr id="164" name="Picture 9" descr="A graph showing wear versus deterioration is plotted for failure rate versus time."/>
          <p:cNvPicPr/>
          <p:nvPr/>
        </p:nvPicPr>
        <p:blipFill>
          <a:blip r:embed="rId1"/>
          <a:stretch/>
        </p:blipFill>
        <p:spPr>
          <a:xfrm>
            <a:off x="1533240" y="1446480"/>
            <a:ext cx="5894640" cy="4556160"/>
          </a:xfrm>
          <a:prstGeom prst="rect">
            <a:avLst/>
          </a:prstGeom>
          <a:noFill/>
          <a:ln w="0">
            <a:noFill/>
          </a:ln>
        </p:spPr>
      </p:pic>
      <p:sp>
        <p:nvSpPr>
          <p:cNvPr id="165" name="PlaceHolder 2"/>
          <p:cNvSpPr>
            <a:spLocks noGrp="1"/>
          </p:cNvSpPr>
          <p:nvPr>
            <p:ph hasCustomPrompt="1"/>
          </p:nvPr>
        </p:nvSpPr>
        <p:spPr>
          <a:xfrm>
            <a:off x="3249360" y="6255360"/>
            <a:ext cx="3140640" cy="259560"/>
          </a:xfrm>
          <a:prstGeom prst="rect">
            <a:avLst/>
          </a:prstGeom>
          <a:noFill/>
          <a:ln w="0">
            <a:noFill/>
          </a:ln>
        </p:spPr>
        <p:txBody>
          <a:bodyPr lIns="91440" tIns="45720" rIns="91440" bIns="45720" anchor="b">
            <a:noAutofit/>
          </a:bodyPr>
          <a:p>
            <a:pPr indent="0" algn="ctr" defTabSz="914400">
              <a:lnSpc>
                <a:spcPct val="100000"/>
              </a:lnSpc>
              <a:spcAft>
                <a:spcPts val="799"/>
              </a:spcAft>
              <a:buNone/>
              <a:tabLst>
                <a:tab pos="0" algn="l"/>
              </a:tabLst>
            </a:pPr>
            <a:r>
              <a:rPr lang="en-US" sz="1200" b="0" u="sng" strike="noStrike">
                <a:solidFill>
                  <a:schemeClr val="dk2"/>
                </a:solidFill>
                <a:effectLst/>
                <a:uFillTx/>
                <a:latin typeface="Times New Roman"/>
                <a:hlinkClick r:id="rId2" action="ppaction://hlinksldjump"/>
              </a:rPr>
              <a:t>Access the text alternative for slide images.</a:t>
            </a:r>
            <a:endParaRPr lang="en-US" sz="1200" b="0" u="none" strike="noStrike">
              <a:solidFill>
                <a:schemeClr val="dk1">
                  <a:lumMod val="65000"/>
                  <a:lumOff val="35000"/>
                </a:schemeClr>
              </a:solidFill>
              <a:effectLst/>
              <a:uFillTx/>
              <a:latin typeface="Times New Roman"/>
            </a:endParaRPr>
          </a:p>
        </p:txBody>
      </p:sp>
      <p:sp>
        <p:nvSpPr>
          <p:cNvPr id="4" name="PlaceHolder 3"/>
          <p:cNvSpPr>
            <a:spLocks noGrp="1"/>
          </p:cNvSpPr>
          <p:nvPr>
            <p:ph type="sldNum" idx="10"/>
          </p:nvPr>
        </p:nvSpPr>
        <p:spPr/>
        <p:txBody>
          <a:bodyPr/>
          <a:p>
            <a:fld id="{A074D16E-6C2B-47C3-A4E0-1F4AA708E12B}"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title"/>
          </p:nvPr>
        </p:nvSpPr>
        <p:spPr>
          <a:xfrm>
            <a:off x="343080" y="304920"/>
            <a:ext cx="8457840" cy="678240"/>
          </a:xfrm>
          <a:prstGeom prst="rect">
            <a:avLst/>
          </a:prstGeom>
          <a:noFill/>
          <a:ln w="0">
            <a:noFill/>
          </a:ln>
        </p:spPr>
        <p:txBody>
          <a:bodyPr lIns="91440" tIns="45720" rIns="91440" bIns="45720" anchor="ctr">
            <a:normAutofit/>
          </a:bodyPr>
          <a:p>
            <a:pPr indent="0" algn="l" defTabSz="914400">
              <a:lnSpc>
                <a:spcPct val="90000"/>
              </a:lnSpc>
              <a:buNone/>
            </a:pPr>
            <a:r>
              <a:rPr lang="en-US" sz="4000" b="1" u="none" strike="noStrike">
                <a:solidFill>
                  <a:schemeClr val="dk2"/>
                </a:solidFill>
                <a:effectLst/>
                <a:uFillTx/>
                <a:latin typeface="Times New Roman"/>
              </a:rPr>
              <a:t>Software Application Domains</a:t>
            </a:r>
            <a:endParaRPr lang="en-US" sz="4000" b="1" u="none" strike="noStrike">
              <a:solidFill>
                <a:schemeClr val="dk2"/>
              </a:solidFill>
              <a:effectLst/>
              <a:uFillTx/>
              <a:latin typeface="Times New Roman"/>
            </a:endParaRPr>
          </a:p>
        </p:txBody>
      </p:sp>
      <p:sp>
        <p:nvSpPr>
          <p:cNvPr id="167" name="PlaceHolder 2"/>
          <p:cNvSpPr>
            <a:spLocks noGrp="1"/>
          </p:cNvSpPr>
          <p:nvPr>
            <p:ph/>
          </p:nvPr>
        </p:nvSpPr>
        <p:spPr>
          <a:xfrm>
            <a:off x="343080" y="1276560"/>
            <a:ext cx="8457840" cy="3738600"/>
          </a:xfrm>
          <a:prstGeom prst="rect">
            <a:avLst/>
          </a:prstGeom>
          <a:noFill/>
          <a:ln w="0">
            <a:noFill/>
          </a:ln>
        </p:spPr>
        <p:txBody>
          <a:bodyPr lIns="91440" tIns="45720" rIns="91440" bIns="45720" anchor="t">
            <a:noAutofit/>
          </a:bodyPr>
          <a:p>
            <a:pPr marL="291600" indent="-291600" algn="l" defTabSz="914400">
              <a:lnSpc>
                <a:spcPct val="100000"/>
              </a:lnSpc>
              <a:spcBef>
                <a:spcPts val="1001"/>
              </a:spcBef>
              <a:buClr>
                <a:srgbClr val="000000"/>
              </a:buClr>
              <a:buFont typeface="Arial"/>
              <a:buChar char="•"/>
              <a:tabLst>
                <a:tab pos="0" algn="l"/>
              </a:tabLst>
            </a:pPr>
            <a:r>
              <a:rPr lang="en-US" sz="2400" b="0" u="none" strike="noStrike">
                <a:solidFill>
                  <a:schemeClr val="dk2"/>
                </a:solidFill>
                <a:effectLst/>
                <a:uFillTx/>
                <a:latin typeface="Times New Roman"/>
              </a:rPr>
              <a:t>System software.</a:t>
            </a:r>
            <a:endParaRPr lang="en-US" sz="2400" b="0" u="none" strike="noStrike">
              <a:solidFill>
                <a:schemeClr val="dk1">
                  <a:lumMod val="65000"/>
                  <a:lumOff val="35000"/>
                </a:schemeClr>
              </a:solidFill>
              <a:effectLst/>
              <a:uFillTx/>
              <a:latin typeface="Times New Roman"/>
            </a:endParaRPr>
          </a:p>
          <a:p>
            <a:pPr marL="291600" indent="-291600" algn="l" defTabSz="914400">
              <a:lnSpc>
                <a:spcPct val="100000"/>
              </a:lnSpc>
              <a:spcBef>
                <a:spcPts val="1001"/>
              </a:spcBef>
              <a:buClr>
                <a:srgbClr val="000000"/>
              </a:buClr>
              <a:buFont typeface="Arial"/>
              <a:buChar char="•"/>
              <a:tabLst>
                <a:tab pos="0" algn="l"/>
              </a:tabLst>
            </a:pPr>
            <a:r>
              <a:rPr lang="en-US" sz="2400" b="0" u="none" strike="noStrike">
                <a:solidFill>
                  <a:schemeClr val="dk2"/>
                </a:solidFill>
                <a:effectLst/>
                <a:uFillTx/>
                <a:latin typeface="Times New Roman"/>
              </a:rPr>
              <a:t>Application software.</a:t>
            </a:r>
            <a:endParaRPr lang="en-US" sz="2400" b="0" u="none" strike="noStrike">
              <a:solidFill>
                <a:schemeClr val="dk1">
                  <a:lumMod val="65000"/>
                  <a:lumOff val="35000"/>
                </a:schemeClr>
              </a:solidFill>
              <a:effectLst/>
              <a:uFillTx/>
              <a:latin typeface="Times New Roman"/>
            </a:endParaRPr>
          </a:p>
          <a:p>
            <a:pPr marL="291600" indent="-291600" algn="l" defTabSz="914400">
              <a:lnSpc>
                <a:spcPct val="100000"/>
              </a:lnSpc>
              <a:spcBef>
                <a:spcPts val="1001"/>
              </a:spcBef>
              <a:buClr>
                <a:srgbClr val="000000"/>
              </a:buClr>
              <a:buFont typeface="Arial"/>
              <a:buChar char="•"/>
              <a:tabLst>
                <a:tab pos="0" algn="l"/>
              </a:tabLst>
            </a:pPr>
            <a:r>
              <a:rPr lang="en-US" sz="2400" b="0" u="none" strike="noStrike">
                <a:solidFill>
                  <a:schemeClr val="dk2"/>
                </a:solidFill>
                <a:effectLst/>
                <a:uFillTx/>
                <a:latin typeface="Times New Roman"/>
              </a:rPr>
              <a:t>Engineering/Scientific software.</a:t>
            </a:r>
            <a:endParaRPr lang="en-US" sz="2400" b="0" u="none" strike="noStrike">
              <a:solidFill>
                <a:schemeClr val="dk1">
                  <a:lumMod val="65000"/>
                  <a:lumOff val="35000"/>
                </a:schemeClr>
              </a:solidFill>
              <a:effectLst/>
              <a:uFillTx/>
              <a:latin typeface="Times New Roman"/>
            </a:endParaRPr>
          </a:p>
          <a:p>
            <a:pPr marL="291600" indent="-291600" algn="l" defTabSz="914400">
              <a:lnSpc>
                <a:spcPct val="100000"/>
              </a:lnSpc>
              <a:spcBef>
                <a:spcPts val="1001"/>
              </a:spcBef>
              <a:buClr>
                <a:srgbClr val="000000"/>
              </a:buClr>
              <a:buFont typeface="Arial"/>
              <a:buChar char="•"/>
              <a:tabLst>
                <a:tab pos="0" algn="l"/>
              </a:tabLst>
            </a:pPr>
            <a:r>
              <a:rPr lang="en-US" sz="2400" b="0" u="none" strike="noStrike">
                <a:solidFill>
                  <a:schemeClr val="dk2"/>
                </a:solidFill>
                <a:effectLst/>
                <a:uFillTx/>
                <a:latin typeface="Times New Roman"/>
              </a:rPr>
              <a:t>Embedded software.</a:t>
            </a:r>
            <a:endParaRPr lang="en-US" sz="2400" b="0" u="none" strike="noStrike">
              <a:solidFill>
                <a:schemeClr val="dk1">
                  <a:lumMod val="65000"/>
                  <a:lumOff val="35000"/>
                </a:schemeClr>
              </a:solidFill>
              <a:effectLst/>
              <a:uFillTx/>
              <a:latin typeface="Times New Roman"/>
            </a:endParaRPr>
          </a:p>
          <a:p>
            <a:pPr marL="291600" indent="-291600" algn="l" defTabSz="914400">
              <a:lnSpc>
                <a:spcPct val="100000"/>
              </a:lnSpc>
              <a:spcBef>
                <a:spcPts val="1001"/>
              </a:spcBef>
              <a:buClr>
                <a:srgbClr val="000000"/>
              </a:buClr>
              <a:buFont typeface="Arial"/>
              <a:buChar char="•"/>
              <a:tabLst>
                <a:tab pos="0" algn="l"/>
              </a:tabLst>
            </a:pPr>
            <a:r>
              <a:rPr lang="en-US" sz="2400" b="0" u="none" strike="noStrike">
                <a:solidFill>
                  <a:schemeClr val="dk2"/>
                </a:solidFill>
                <a:effectLst/>
                <a:uFillTx/>
                <a:latin typeface="Times New Roman"/>
              </a:rPr>
              <a:t>Product-line software.</a:t>
            </a:r>
            <a:endParaRPr lang="en-US" sz="2400" b="0" u="none" strike="noStrike">
              <a:solidFill>
                <a:schemeClr val="dk1">
                  <a:lumMod val="65000"/>
                  <a:lumOff val="35000"/>
                </a:schemeClr>
              </a:solidFill>
              <a:effectLst/>
              <a:uFillTx/>
              <a:latin typeface="Times New Roman"/>
            </a:endParaRPr>
          </a:p>
          <a:p>
            <a:pPr marL="291600" indent="-291600" algn="l" defTabSz="914400">
              <a:lnSpc>
                <a:spcPct val="100000"/>
              </a:lnSpc>
              <a:spcBef>
                <a:spcPts val="1001"/>
              </a:spcBef>
              <a:buClr>
                <a:srgbClr val="000000"/>
              </a:buClr>
              <a:buFont typeface="Arial"/>
              <a:buChar char="•"/>
              <a:tabLst>
                <a:tab pos="0" algn="l"/>
              </a:tabLst>
            </a:pPr>
            <a:r>
              <a:rPr lang="en-US" sz="2400" b="0" u="none" strike="noStrike">
                <a:solidFill>
                  <a:schemeClr val="dk2"/>
                </a:solidFill>
                <a:effectLst/>
                <a:uFillTx/>
                <a:latin typeface="Times New Roman"/>
              </a:rPr>
              <a:t>Web/Mobile applications.</a:t>
            </a:r>
            <a:endParaRPr lang="en-US" sz="2400" b="0" u="none" strike="noStrike">
              <a:solidFill>
                <a:schemeClr val="dk1">
                  <a:lumMod val="65000"/>
                  <a:lumOff val="35000"/>
                </a:schemeClr>
              </a:solidFill>
              <a:effectLst/>
              <a:uFillTx/>
              <a:latin typeface="Times New Roman"/>
            </a:endParaRPr>
          </a:p>
          <a:p>
            <a:pPr marL="291600" indent="-291600" algn="l" defTabSz="914400">
              <a:lnSpc>
                <a:spcPct val="100000"/>
              </a:lnSpc>
              <a:spcBef>
                <a:spcPts val="1001"/>
              </a:spcBef>
              <a:buClr>
                <a:srgbClr val="000000"/>
              </a:buClr>
              <a:buFont typeface="Arial"/>
              <a:buChar char="•"/>
              <a:tabLst>
                <a:tab pos="0" algn="l"/>
              </a:tabLst>
            </a:pPr>
            <a:r>
              <a:rPr lang="en-US" sz="2400" b="0" u="none" strike="noStrike">
                <a:solidFill>
                  <a:schemeClr val="dk2"/>
                </a:solidFill>
                <a:effectLst/>
                <a:uFillTx/>
                <a:latin typeface="Times New Roman"/>
              </a:rPr>
              <a:t>AI software (robotics, neural nets, game playing).</a:t>
            </a:r>
            <a:endParaRPr lang="en-US" sz="2400" b="0" u="none" strike="noStrike">
              <a:solidFill>
                <a:schemeClr val="dk1">
                  <a:lumMod val="65000"/>
                  <a:lumOff val="35000"/>
                </a:schemeClr>
              </a:solidFill>
              <a:effectLst/>
              <a:uFillTx/>
              <a:latin typeface="Times New Roman"/>
            </a:endParaRPr>
          </a:p>
        </p:txBody>
      </p:sp>
      <p:sp>
        <p:nvSpPr>
          <p:cNvPr id="4" name="PlaceHolder 3"/>
          <p:cNvSpPr>
            <a:spLocks noGrp="1"/>
          </p:cNvSpPr>
          <p:nvPr>
            <p:ph type="sldNum" idx="10"/>
          </p:nvPr>
        </p:nvSpPr>
        <p:spPr/>
        <p:txBody>
          <a:bodyPr/>
          <a:p>
            <a:fld id="{08128F68-E9DE-4236-81E3-355DD7DD16AF}"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title" hasCustomPrompt="1"/>
          </p:nvPr>
        </p:nvSpPr>
        <p:spPr>
          <a:xfrm>
            <a:off x="343080" y="304920"/>
            <a:ext cx="8457840" cy="678240"/>
          </a:xfrm>
          <a:prstGeom prst="rect">
            <a:avLst/>
          </a:prstGeom>
          <a:noFill/>
          <a:ln w="0">
            <a:noFill/>
          </a:ln>
        </p:spPr>
        <p:txBody>
          <a:bodyPr lIns="91440" tIns="45720" rIns="91440" bIns="45720" anchor="ctr">
            <a:normAutofit/>
          </a:bodyPr>
          <a:p>
            <a:pPr indent="0" algn="l" defTabSz="914400">
              <a:lnSpc>
                <a:spcPct val="90000"/>
              </a:lnSpc>
              <a:buNone/>
            </a:pPr>
            <a:r>
              <a:rPr lang="en-US" sz="4000" b="1" u="none" strike="noStrike">
                <a:solidFill>
                  <a:schemeClr val="dk2"/>
                </a:solidFill>
                <a:effectLst/>
                <a:uFillTx/>
                <a:latin typeface="Times New Roman"/>
              </a:rPr>
              <a:t>Legacy Software</a:t>
            </a:r>
            <a:endParaRPr lang="en-US" sz="4000" b="1" u="none" strike="noStrike">
              <a:solidFill>
                <a:schemeClr val="dk2"/>
              </a:solidFill>
              <a:effectLst/>
              <a:uFillTx/>
              <a:latin typeface="Times New Roman"/>
            </a:endParaRPr>
          </a:p>
        </p:txBody>
      </p:sp>
      <p:sp>
        <p:nvSpPr>
          <p:cNvPr id="169" name="PlaceHolder 2"/>
          <p:cNvSpPr>
            <a:spLocks noGrp="1"/>
          </p:cNvSpPr>
          <p:nvPr>
            <p:ph hasCustomPrompt="1"/>
          </p:nvPr>
        </p:nvSpPr>
        <p:spPr>
          <a:xfrm>
            <a:off x="343080" y="1276560"/>
            <a:ext cx="8457840" cy="3337560"/>
          </a:xfrm>
          <a:prstGeom prst="rect">
            <a:avLst/>
          </a:prstGeom>
          <a:noFill/>
          <a:ln w="0">
            <a:noFill/>
          </a:ln>
        </p:spPr>
        <p:txBody>
          <a:bodyPr lIns="91440" tIns="45720" rIns="91440" bIns="45720" anchor="t">
            <a:noAutofit/>
          </a:bodyPr>
          <a:p>
            <a:pPr indent="0" algn="l" defTabSz="914400">
              <a:lnSpc>
                <a:spcPct val="90000"/>
              </a:lnSpc>
              <a:spcAft>
                <a:spcPts val="799"/>
              </a:spcAft>
              <a:buNone/>
              <a:tabLst>
                <a:tab pos="0" algn="l"/>
              </a:tabLst>
            </a:pPr>
            <a:r>
              <a:rPr lang="en-US" sz="2400" b="0" i="1" u="none" strike="noStrike">
                <a:solidFill>
                  <a:schemeClr val="dk1"/>
                </a:solidFill>
                <a:effectLst/>
                <a:uFillTx/>
                <a:latin typeface="Times New Roman"/>
              </a:rPr>
              <a:t>Why must software change?</a:t>
            </a:r>
            <a:endParaRPr lang="en-US" sz="2400" b="0" u="none" strike="noStrike">
              <a:solidFill>
                <a:schemeClr val="dk1">
                  <a:lumMod val="65000"/>
                  <a:lumOff val="35000"/>
                </a:schemeClr>
              </a:solidFill>
              <a:effectLst/>
              <a:uFillTx/>
              <a:latin typeface="Times New Roman"/>
            </a:endParaRPr>
          </a:p>
          <a:p>
            <a:pPr marL="291600" lvl="2" indent="-291600" algn="l" defTabSz="914400">
              <a:lnSpc>
                <a:spcPct val="100000"/>
              </a:lnSpc>
              <a:spcBef>
                <a:spcPts val="1001"/>
              </a:spcBef>
              <a:buClr>
                <a:srgbClr val="000000"/>
              </a:buClr>
              <a:buFont typeface="Arial"/>
              <a:buChar char="•"/>
              <a:tabLst>
                <a:tab pos="0" algn="l"/>
              </a:tabLst>
            </a:pPr>
            <a:r>
              <a:rPr lang="en-US" sz="2000" b="0" u="none" strike="noStrike">
                <a:solidFill>
                  <a:schemeClr val="dk1"/>
                </a:solidFill>
                <a:effectLst/>
                <a:uFillTx/>
                <a:latin typeface="Times New Roman"/>
              </a:rPr>
              <a:t>Software must be </a:t>
            </a:r>
            <a:r>
              <a:rPr lang="en-US" sz="2000" b="0" i="1" u="none" strike="noStrike">
                <a:solidFill>
                  <a:schemeClr val="dk1"/>
                </a:solidFill>
                <a:effectLst/>
                <a:uFillTx/>
                <a:latin typeface="Times New Roman"/>
              </a:rPr>
              <a:t>adapted</a:t>
            </a:r>
            <a:r>
              <a:rPr lang="en-US" sz="2000" b="0" u="none" strike="noStrike">
                <a:solidFill>
                  <a:schemeClr val="dk1"/>
                </a:solidFill>
                <a:effectLst/>
                <a:uFillTx/>
                <a:latin typeface="Times New Roman"/>
              </a:rPr>
              <a:t> to meet the needs of new computing environments or technology.</a:t>
            </a:r>
            <a:endParaRPr lang="en-US" sz="2000" b="0" u="none" strike="noStrike">
              <a:solidFill>
                <a:schemeClr val="dk2"/>
              </a:solidFill>
              <a:effectLst/>
              <a:uFillTx/>
              <a:latin typeface="Times New Roman"/>
            </a:endParaRPr>
          </a:p>
          <a:p>
            <a:pPr marL="291600" lvl="2" indent="-291600" algn="l" defTabSz="914400">
              <a:lnSpc>
                <a:spcPct val="100000"/>
              </a:lnSpc>
              <a:spcBef>
                <a:spcPts val="1001"/>
              </a:spcBef>
              <a:buClr>
                <a:srgbClr val="000000"/>
              </a:buClr>
              <a:buFont typeface="Arial"/>
              <a:buChar char="•"/>
              <a:tabLst>
                <a:tab pos="0" algn="l"/>
              </a:tabLst>
            </a:pPr>
            <a:r>
              <a:rPr lang="en-US" sz="2000" b="0" u="none" strike="noStrike">
                <a:solidFill>
                  <a:schemeClr val="dk1"/>
                </a:solidFill>
                <a:effectLst/>
                <a:uFillTx/>
                <a:latin typeface="Times New Roman"/>
              </a:rPr>
              <a:t>Software must be </a:t>
            </a:r>
            <a:r>
              <a:rPr lang="en-US" sz="2000" b="0" i="1" u="none" strike="noStrike">
                <a:solidFill>
                  <a:schemeClr val="dk1"/>
                </a:solidFill>
                <a:effectLst/>
                <a:uFillTx/>
                <a:latin typeface="Times New Roman"/>
              </a:rPr>
              <a:t>enhanced</a:t>
            </a:r>
            <a:r>
              <a:rPr lang="en-US" sz="2000" b="0" u="none" strike="noStrike">
                <a:solidFill>
                  <a:schemeClr val="dk1"/>
                </a:solidFill>
                <a:effectLst/>
                <a:uFillTx/>
                <a:latin typeface="Times New Roman"/>
              </a:rPr>
              <a:t> to implement new business requirements.</a:t>
            </a:r>
            <a:endParaRPr lang="en-US" sz="2000" b="0" u="none" strike="noStrike">
              <a:solidFill>
                <a:schemeClr val="dk2"/>
              </a:solidFill>
              <a:effectLst/>
              <a:uFillTx/>
              <a:latin typeface="Times New Roman"/>
            </a:endParaRPr>
          </a:p>
          <a:p>
            <a:pPr marL="291600" lvl="2" indent="-291600" algn="l" defTabSz="914400">
              <a:lnSpc>
                <a:spcPct val="100000"/>
              </a:lnSpc>
              <a:spcBef>
                <a:spcPts val="1001"/>
              </a:spcBef>
              <a:buClr>
                <a:srgbClr val="000000"/>
              </a:buClr>
              <a:buFont typeface="Arial"/>
              <a:buChar char="•"/>
              <a:tabLst>
                <a:tab pos="0" algn="l"/>
              </a:tabLst>
            </a:pPr>
            <a:r>
              <a:rPr lang="en-US" sz="2000" b="0" u="none" strike="noStrike">
                <a:solidFill>
                  <a:schemeClr val="dk1"/>
                </a:solidFill>
                <a:effectLst/>
                <a:uFillTx/>
                <a:latin typeface="Times New Roman"/>
              </a:rPr>
              <a:t>Software must be </a:t>
            </a:r>
            <a:r>
              <a:rPr lang="en-US" sz="2000" b="0" i="1" u="none" strike="noStrike">
                <a:solidFill>
                  <a:schemeClr val="dk1"/>
                </a:solidFill>
                <a:effectLst/>
                <a:uFillTx/>
                <a:latin typeface="Times New Roman"/>
              </a:rPr>
              <a:t>extended</a:t>
            </a:r>
            <a:r>
              <a:rPr lang="en-US" sz="2000" b="0" u="none" strike="noStrike">
                <a:solidFill>
                  <a:schemeClr val="dk1"/>
                </a:solidFill>
                <a:effectLst/>
                <a:uFillTx/>
                <a:latin typeface="Times New Roman"/>
              </a:rPr>
              <a:t> to make it interoperable with other more modern systems or databases.</a:t>
            </a:r>
            <a:endParaRPr lang="en-US" sz="2000" b="0" u="none" strike="noStrike">
              <a:solidFill>
                <a:schemeClr val="dk2"/>
              </a:solidFill>
              <a:effectLst/>
              <a:uFillTx/>
              <a:latin typeface="Times New Roman"/>
            </a:endParaRPr>
          </a:p>
          <a:p>
            <a:pPr marL="291600" lvl="2" indent="-291600" algn="l" defTabSz="914400">
              <a:lnSpc>
                <a:spcPct val="100000"/>
              </a:lnSpc>
              <a:spcBef>
                <a:spcPts val="1001"/>
              </a:spcBef>
              <a:buClr>
                <a:srgbClr val="000000"/>
              </a:buClr>
              <a:buFont typeface="Arial"/>
              <a:buChar char="•"/>
              <a:tabLst>
                <a:tab pos="0" algn="l"/>
              </a:tabLst>
            </a:pPr>
            <a:r>
              <a:rPr lang="en-US" sz="2000" b="0" u="none" strike="noStrike">
                <a:solidFill>
                  <a:schemeClr val="dk1"/>
                </a:solidFill>
                <a:effectLst/>
                <a:uFillTx/>
                <a:latin typeface="Times New Roman"/>
              </a:rPr>
              <a:t>Software must be </a:t>
            </a:r>
            <a:r>
              <a:rPr lang="en-US" sz="2000" b="0" i="1" u="none" strike="noStrike">
                <a:solidFill>
                  <a:schemeClr val="dk1"/>
                </a:solidFill>
                <a:effectLst/>
                <a:uFillTx/>
                <a:latin typeface="Times New Roman"/>
              </a:rPr>
              <a:t>re-architected</a:t>
            </a:r>
            <a:r>
              <a:rPr lang="en-US" sz="2000" b="0" u="none" strike="noStrike">
                <a:solidFill>
                  <a:schemeClr val="dk1"/>
                </a:solidFill>
                <a:effectLst/>
                <a:uFillTx/>
                <a:latin typeface="Times New Roman"/>
              </a:rPr>
              <a:t> to make it viable within a network environment</a:t>
            </a:r>
            <a:r>
              <a:rPr lang="en-US" sz="2000" b="1" u="none" strike="noStrike">
                <a:solidFill>
                  <a:schemeClr val="dk1"/>
                </a:solidFill>
                <a:effectLst/>
                <a:uFillTx/>
                <a:latin typeface="Times New Roman"/>
              </a:rPr>
              <a:t>.</a:t>
            </a:r>
            <a:endParaRPr lang="en-US" sz="2000" b="0" u="none" strike="noStrike">
              <a:solidFill>
                <a:schemeClr val="dk2"/>
              </a:solidFill>
              <a:effectLst/>
              <a:uFillTx/>
              <a:latin typeface="Times New Roman"/>
            </a:endParaRPr>
          </a:p>
        </p:txBody>
      </p:sp>
      <p:sp>
        <p:nvSpPr>
          <p:cNvPr id="4" name="PlaceHolder 3"/>
          <p:cNvSpPr>
            <a:spLocks noGrp="1"/>
          </p:cNvSpPr>
          <p:nvPr>
            <p:ph type="sldNum" idx="10"/>
          </p:nvPr>
        </p:nvSpPr>
        <p:spPr/>
        <p:txBody>
          <a:bodyPr/>
          <a:p>
            <a:fld id="{595CD982-286A-493D-87C8-F70582E289F9}"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title" hasCustomPrompt="1"/>
          </p:nvPr>
        </p:nvSpPr>
        <p:spPr>
          <a:xfrm>
            <a:off x="343080" y="304920"/>
            <a:ext cx="8457840" cy="678240"/>
          </a:xfrm>
          <a:prstGeom prst="rect">
            <a:avLst/>
          </a:prstGeom>
          <a:noFill/>
          <a:ln w="0">
            <a:noFill/>
          </a:ln>
        </p:spPr>
        <p:txBody>
          <a:bodyPr lIns="91440" tIns="45720" rIns="91440" bIns="45720" anchor="ctr">
            <a:normAutofit/>
          </a:bodyPr>
          <a:p>
            <a:pPr indent="0" algn="l" defTabSz="914400">
              <a:lnSpc>
                <a:spcPct val="90000"/>
              </a:lnSpc>
              <a:buNone/>
            </a:pPr>
            <a:r>
              <a:rPr lang="en-US" sz="4000" b="1" u="none" strike="noStrike">
                <a:solidFill>
                  <a:schemeClr val="dk2"/>
                </a:solidFill>
                <a:effectLst/>
                <a:uFillTx/>
                <a:latin typeface="Times New Roman"/>
              </a:rPr>
              <a:t>Defining the Discipline</a:t>
            </a:r>
            <a:endParaRPr lang="en-US" sz="4000" b="1" u="none" strike="noStrike">
              <a:solidFill>
                <a:schemeClr val="dk2"/>
              </a:solidFill>
              <a:effectLst/>
              <a:uFillTx/>
              <a:latin typeface="Times New Roman"/>
            </a:endParaRPr>
          </a:p>
        </p:txBody>
      </p:sp>
      <p:sp>
        <p:nvSpPr>
          <p:cNvPr id="171" name="PlaceHolder 2"/>
          <p:cNvSpPr>
            <a:spLocks noGrp="1"/>
          </p:cNvSpPr>
          <p:nvPr>
            <p:ph hasCustomPrompt="1"/>
          </p:nvPr>
        </p:nvSpPr>
        <p:spPr>
          <a:xfrm>
            <a:off x="343080" y="1276560"/>
            <a:ext cx="8457840" cy="3167280"/>
          </a:xfrm>
          <a:prstGeom prst="rect">
            <a:avLst/>
          </a:prstGeom>
          <a:noFill/>
          <a:ln w="0">
            <a:noFill/>
          </a:ln>
        </p:spPr>
        <p:txBody>
          <a:bodyPr lIns="91440" tIns="45720" rIns="91440" bIns="45720" anchor="t">
            <a:noAutofit/>
          </a:bodyPr>
          <a:p>
            <a:pPr indent="0" algn="l" defTabSz="914400">
              <a:lnSpc>
                <a:spcPct val="100000"/>
              </a:lnSpc>
              <a:spcAft>
                <a:spcPts val="799"/>
              </a:spcAft>
              <a:buNone/>
              <a:tabLst>
                <a:tab pos="0" algn="l"/>
              </a:tabLst>
            </a:pPr>
            <a:r>
              <a:rPr lang="en-US" sz="2400" b="0" u="none" strike="noStrike">
                <a:solidFill>
                  <a:schemeClr val="dk2"/>
                </a:solidFill>
                <a:effectLst/>
                <a:uFillTx/>
                <a:latin typeface="Times New Roman"/>
              </a:rPr>
              <a:t>The IEEE </a:t>
            </a:r>
            <a:r>
              <a:rPr lang="en-US" sz="2400" b="0" u="none" strike="noStrike">
                <a:solidFill>
                  <a:schemeClr val="dk1"/>
                </a:solidFill>
                <a:effectLst/>
                <a:uFillTx/>
                <a:latin typeface="Times New Roman"/>
              </a:rPr>
              <a:t>definition</a:t>
            </a:r>
            <a:r>
              <a:rPr lang="en-US" sz="2400" b="0" u="none" strike="noStrike">
                <a:solidFill>
                  <a:schemeClr val="dk2"/>
                </a:solidFill>
                <a:effectLst/>
                <a:uFillTx/>
                <a:latin typeface="Times New Roman"/>
              </a:rPr>
              <a:t>:</a:t>
            </a:r>
            <a:endParaRPr lang="en-US" sz="2400" b="0" u="none" strike="noStrike">
              <a:solidFill>
                <a:schemeClr val="dk1">
                  <a:lumMod val="65000"/>
                  <a:lumOff val="35000"/>
                </a:schemeClr>
              </a:solidFill>
              <a:effectLst/>
              <a:uFillTx/>
              <a:latin typeface="Times New Roman"/>
            </a:endParaRPr>
          </a:p>
          <a:p>
            <a:pPr marL="231840" indent="-231840" algn="l" defTabSz="914400">
              <a:lnSpc>
                <a:spcPct val="100000"/>
              </a:lnSpc>
              <a:spcBef>
                <a:spcPts val="300"/>
              </a:spcBef>
              <a:spcAft>
                <a:spcPts val="799"/>
              </a:spcAft>
              <a:buNone/>
              <a:tabLst>
                <a:tab pos="0" algn="l"/>
              </a:tabLst>
            </a:pPr>
            <a:r>
              <a:rPr lang="en-US" sz="2200" b="0" i="1" u="none" strike="noStrike">
                <a:solidFill>
                  <a:schemeClr val="dk2"/>
                </a:solidFill>
                <a:effectLst/>
                <a:uFillTx/>
                <a:latin typeface="Times New Roman"/>
              </a:rPr>
              <a:t>Software Engineering:</a:t>
            </a:r>
            <a:endParaRPr lang="en-US" sz="2200" b="0" u="none" strike="noStrike">
              <a:solidFill>
                <a:schemeClr val="dk1">
                  <a:lumMod val="65000"/>
                  <a:lumOff val="35000"/>
                </a:schemeClr>
              </a:solidFill>
              <a:effectLst/>
              <a:uFillTx/>
              <a:latin typeface="Times New Roman"/>
            </a:endParaRPr>
          </a:p>
          <a:p>
            <a:pPr marL="403200" lvl="3" indent="-403200" algn="l" defTabSz="914400">
              <a:lnSpc>
                <a:spcPct val="100000"/>
              </a:lnSpc>
              <a:spcBef>
                <a:spcPts val="1001"/>
              </a:spcBef>
              <a:buClr>
                <a:srgbClr val="000000"/>
              </a:buClr>
              <a:buFont typeface="Arial"/>
              <a:buAutoNum type="arabicPeriod"/>
              <a:tabLst>
                <a:tab pos="0" algn="l"/>
              </a:tabLst>
            </a:pPr>
            <a:r>
              <a:rPr lang="en-US" sz="2000" b="0" i="1" u="none" strike="noStrike">
                <a:solidFill>
                  <a:schemeClr val="dk1"/>
                </a:solidFill>
                <a:effectLst/>
                <a:uFillTx/>
                <a:latin typeface="Arial"/>
              </a:rPr>
              <a:t>The application of a </a:t>
            </a:r>
            <a:r>
              <a:rPr lang="en-US" sz="2000" b="0" i="1" u="none" strike="noStrike">
                <a:solidFill>
                  <a:schemeClr val="folHlink"/>
                </a:solidFill>
                <a:effectLst/>
                <a:uFillTx/>
                <a:latin typeface="Arial"/>
              </a:rPr>
              <a:t>systematic, disciplined, quantifiable approach</a:t>
            </a:r>
            <a:r>
              <a:rPr lang="en-US" sz="2000" b="0" i="1" u="none" strike="noStrike">
                <a:solidFill>
                  <a:schemeClr val="dk1"/>
                </a:solidFill>
                <a:effectLst/>
                <a:uFillTx/>
                <a:latin typeface="Arial"/>
              </a:rPr>
              <a:t> to the </a:t>
            </a:r>
            <a:r>
              <a:rPr lang="en-US" sz="2000" b="0" i="1" u="none" strike="noStrike">
                <a:solidFill>
                  <a:schemeClr val="folHlink"/>
                </a:solidFill>
                <a:effectLst/>
                <a:uFillTx/>
                <a:latin typeface="Arial"/>
              </a:rPr>
              <a:t>development, operation, and maintenance</a:t>
            </a:r>
            <a:r>
              <a:rPr lang="en-US" sz="2000" b="0" i="1" u="none" strike="noStrike">
                <a:solidFill>
                  <a:schemeClr val="dk1"/>
                </a:solidFill>
                <a:effectLst/>
                <a:uFillTx/>
                <a:latin typeface="Arial"/>
              </a:rPr>
              <a:t> of software; that is, the application of engineering to software.</a:t>
            </a:r>
            <a:endParaRPr lang="en-US" sz="2000" b="0" u="none" strike="noStrike">
              <a:solidFill>
                <a:schemeClr val="dk1"/>
              </a:solidFill>
              <a:effectLst/>
              <a:uFillTx/>
              <a:latin typeface="Arial"/>
            </a:endParaRPr>
          </a:p>
          <a:p>
            <a:pPr marL="403200" lvl="3" indent="-403200" algn="l" defTabSz="914400">
              <a:lnSpc>
                <a:spcPct val="100000"/>
              </a:lnSpc>
              <a:spcBef>
                <a:spcPts val="1001"/>
              </a:spcBef>
              <a:buClr>
                <a:srgbClr val="000000"/>
              </a:buClr>
              <a:buFont typeface="Arial"/>
              <a:buAutoNum type="arabicPeriod"/>
              <a:tabLst>
                <a:tab pos="0" algn="l"/>
              </a:tabLst>
            </a:pPr>
            <a:r>
              <a:rPr lang="en-US" sz="2000" b="0" i="1" u="none" strike="noStrike">
                <a:solidFill>
                  <a:schemeClr val="dk1"/>
                </a:solidFill>
                <a:effectLst/>
                <a:uFillTx/>
                <a:latin typeface="Arial"/>
              </a:rPr>
              <a:t>The study of approaches as in (1).</a:t>
            </a:r>
            <a:endParaRPr lang="en-US" sz="2000" b="0" u="none" strike="noStrike">
              <a:solidFill>
                <a:schemeClr val="dk1"/>
              </a:solidFill>
              <a:effectLst/>
              <a:uFillTx/>
              <a:latin typeface="Arial"/>
            </a:endParaRPr>
          </a:p>
        </p:txBody>
      </p:sp>
      <p:sp>
        <p:nvSpPr>
          <p:cNvPr id="4" name="PlaceHolder 3"/>
          <p:cNvSpPr>
            <a:spLocks noGrp="1"/>
          </p:cNvSpPr>
          <p:nvPr>
            <p:ph type="sldNum" idx="10"/>
          </p:nvPr>
        </p:nvSpPr>
        <p:spPr/>
        <p:txBody>
          <a:bodyPr/>
          <a:p>
            <a:fld id="{810D9D07-9597-4E1E-A2CD-78E669CBEC8B}"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title" hasCustomPrompt="1"/>
          </p:nvPr>
        </p:nvSpPr>
        <p:spPr>
          <a:xfrm>
            <a:off x="343080" y="304920"/>
            <a:ext cx="8457840" cy="678240"/>
          </a:xfrm>
          <a:prstGeom prst="rect">
            <a:avLst/>
          </a:prstGeom>
          <a:noFill/>
          <a:ln w="0">
            <a:noFill/>
          </a:ln>
        </p:spPr>
        <p:txBody>
          <a:bodyPr lIns="91440" tIns="45720" rIns="91440" bIns="45720" anchor="ctr">
            <a:normAutofit/>
          </a:bodyPr>
          <a:p>
            <a:pPr indent="0" algn="l" defTabSz="914400">
              <a:lnSpc>
                <a:spcPct val="90000"/>
              </a:lnSpc>
              <a:buNone/>
            </a:pPr>
            <a:r>
              <a:rPr lang="en-US" sz="4000" b="1" u="none" strike="noStrike">
                <a:solidFill>
                  <a:schemeClr val="dk2"/>
                </a:solidFill>
                <a:effectLst/>
                <a:uFillTx/>
                <a:latin typeface="Times New Roman"/>
              </a:rPr>
              <a:t>Software Engineering Layers</a:t>
            </a:r>
            <a:endParaRPr lang="en-US" sz="4000" b="1" u="none" strike="noStrike">
              <a:solidFill>
                <a:schemeClr val="dk2"/>
              </a:solidFill>
              <a:effectLst/>
              <a:uFillTx/>
              <a:latin typeface="Times New Roman"/>
            </a:endParaRPr>
          </a:p>
        </p:txBody>
      </p:sp>
      <p:pic>
        <p:nvPicPr>
          <p:cNvPr id="173" name="Picture 9" descr="Software engineering layers from top to bottom are: tools, methods, process, and A quality focus. "/>
          <p:cNvPicPr/>
          <p:nvPr/>
        </p:nvPicPr>
        <p:blipFill>
          <a:blip r:embed="rId1"/>
          <a:stretch/>
        </p:blipFill>
        <p:spPr>
          <a:xfrm>
            <a:off x="626040" y="1872360"/>
            <a:ext cx="7810200" cy="3750480"/>
          </a:xfrm>
          <a:prstGeom prst="rect">
            <a:avLst/>
          </a:prstGeom>
          <a:noFill/>
          <a:ln w="0">
            <a:noFill/>
          </a:ln>
        </p:spPr>
      </p:pic>
      <p:sp>
        <p:nvSpPr>
          <p:cNvPr id="3" name="PlaceHolder 2"/>
          <p:cNvSpPr>
            <a:spLocks noGrp="1"/>
          </p:cNvSpPr>
          <p:nvPr>
            <p:ph type="sldNum" idx="10"/>
          </p:nvPr>
        </p:nvSpPr>
        <p:spPr/>
        <p:txBody>
          <a:bodyPr/>
          <a:p>
            <a:fld id="{FB3AAB44-474B-4779-944C-21F8034A93E7}"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title" hasCustomPrompt="1"/>
          </p:nvPr>
        </p:nvSpPr>
        <p:spPr>
          <a:xfrm>
            <a:off x="343080" y="304920"/>
            <a:ext cx="8457840" cy="678240"/>
          </a:xfrm>
          <a:prstGeom prst="rect">
            <a:avLst/>
          </a:prstGeom>
          <a:noFill/>
          <a:ln w="0">
            <a:noFill/>
          </a:ln>
        </p:spPr>
        <p:txBody>
          <a:bodyPr lIns="91440" tIns="45720" rIns="91440" bIns="45720" anchor="ctr">
            <a:normAutofit/>
          </a:bodyPr>
          <a:p>
            <a:pPr indent="0" algn="l" defTabSz="914400">
              <a:lnSpc>
                <a:spcPct val="90000"/>
              </a:lnSpc>
              <a:buNone/>
            </a:pPr>
            <a:r>
              <a:rPr lang="en-US" sz="4000" b="1" u="none" strike="noStrike">
                <a:solidFill>
                  <a:schemeClr val="dk2"/>
                </a:solidFill>
                <a:effectLst/>
                <a:uFillTx/>
                <a:latin typeface="Times New Roman"/>
              </a:rPr>
              <a:t>Process Framework Activities</a:t>
            </a:r>
            <a:endParaRPr lang="en-US" sz="4000" b="1" u="none" strike="noStrike">
              <a:solidFill>
                <a:schemeClr val="dk2"/>
              </a:solidFill>
              <a:effectLst/>
              <a:uFillTx/>
              <a:latin typeface="Times New Roman"/>
            </a:endParaRPr>
          </a:p>
        </p:txBody>
      </p:sp>
      <p:sp>
        <p:nvSpPr>
          <p:cNvPr id="175" name="PlaceHolder 2"/>
          <p:cNvSpPr>
            <a:spLocks noGrp="1"/>
          </p:cNvSpPr>
          <p:nvPr>
            <p:ph hasCustomPrompt="1"/>
          </p:nvPr>
        </p:nvSpPr>
        <p:spPr>
          <a:xfrm>
            <a:off x="343080" y="1276560"/>
            <a:ext cx="8457840" cy="2391120"/>
          </a:xfrm>
          <a:prstGeom prst="rect">
            <a:avLst/>
          </a:prstGeom>
          <a:noFill/>
          <a:ln w="0">
            <a:noFill/>
          </a:ln>
        </p:spPr>
        <p:txBody>
          <a:bodyPr lIns="91440" tIns="45720" rIns="91440" bIns="45720" anchor="t">
            <a:noAutofit/>
          </a:bodyPr>
          <a:p>
            <a:pPr indent="0" algn="l" defTabSz="914400">
              <a:lnSpc>
                <a:spcPct val="100000"/>
              </a:lnSpc>
              <a:spcBef>
                <a:spcPts val="1001"/>
              </a:spcBef>
              <a:buNone/>
              <a:tabLst>
                <a:tab pos="0" algn="l"/>
              </a:tabLst>
            </a:pPr>
            <a:r>
              <a:rPr lang="en-US" sz="2400" b="0" u="none" strike="noStrike">
                <a:solidFill>
                  <a:schemeClr val="dk1"/>
                </a:solidFill>
                <a:effectLst/>
                <a:uFillTx/>
                <a:latin typeface="Times New Roman"/>
              </a:rPr>
              <a:t>Communication.</a:t>
            </a:r>
            <a:endParaRPr lang="en-US" sz="2400" b="0" u="none" strike="noStrike">
              <a:solidFill>
                <a:schemeClr val="dk1">
                  <a:lumMod val="65000"/>
                  <a:lumOff val="35000"/>
                </a:schemeClr>
              </a:solidFill>
              <a:effectLst/>
              <a:uFillTx/>
              <a:latin typeface="Times New Roman"/>
            </a:endParaRPr>
          </a:p>
          <a:p>
            <a:pPr indent="0" algn="l" defTabSz="914400">
              <a:lnSpc>
                <a:spcPct val="100000"/>
              </a:lnSpc>
              <a:spcBef>
                <a:spcPts val="1001"/>
              </a:spcBef>
              <a:buNone/>
              <a:tabLst>
                <a:tab pos="0" algn="l"/>
              </a:tabLst>
            </a:pPr>
            <a:r>
              <a:rPr lang="en-US" sz="2400" b="0" u="none" strike="noStrike">
                <a:solidFill>
                  <a:schemeClr val="dk1"/>
                </a:solidFill>
                <a:effectLst/>
                <a:uFillTx/>
                <a:latin typeface="Times New Roman"/>
              </a:rPr>
              <a:t>Planning.</a:t>
            </a:r>
            <a:endParaRPr lang="en-US" sz="2400" b="0" u="none" strike="noStrike">
              <a:solidFill>
                <a:schemeClr val="dk1">
                  <a:lumMod val="65000"/>
                  <a:lumOff val="35000"/>
                </a:schemeClr>
              </a:solidFill>
              <a:effectLst/>
              <a:uFillTx/>
              <a:latin typeface="Times New Roman"/>
            </a:endParaRPr>
          </a:p>
          <a:p>
            <a:pPr indent="0" algn="l" defTabSz="914400">
              <a:lnSpc>
                <a:spcPct val="100000"/>
              </a:lnSpc>
              <a:spcBef>
                <a:spcPts val="1001"/>
              </a:spcBef>
              <a:buNone/>
              <a:tabLst>
                <a:tab pos="0" algn="l"/>
              </a:tabLst>
            </a:pPr>
            <a:r>
              <a:rPr lang="en-US" sz="2400" b="0" u="none" strike="noStrike">
                <a:solidFill>
                  <a:schemeClr val="dk1"/>
                </a:solidFill>
                <a:effectLst/>
                <a:uFillTx/>
                <a:latin typeface="Times New Roman"/>
              </a:rPr>
              <a:t>Modeling.</a:t>
            </a:r>
            <a:endParaRPr lang="en-US" sz="2400" b="0" u="none" strike="noStrike">
              <a:solidFill>
                <a:schemeClr val="dk1">
                  <a:lumMod val="65000"/>
                  <a:lumOff val="35000"/>
                </a:schemeClr>
              </a:solidFill>
              <a:effectLst/>
              <a:uFillTx/>
              <a:latin typeface="Times New Roman"/>
            </a:endParaRPr>
          </a:p>
          <a:p>
            <a:pPr marL="291600" lvl="2" indent="-291600" algn="l" defTabSz="914400">
              <a:lnSpc>
                <a:spcPct val="100000"/>
              </a:lnSpc>
              <a:spcBef>
                <a:spcPts val="1001"/>
              </a:spcBef>
              <a:buClr>
                <a:srgbClr val="000000"/>
              </a:buClr>
              <a:buFont typeface="Arial"/>
              <a:buChar char="•"/>
              <a:tabLst>
                <a:tab pos="0" algn="l"/>
              </a:tabLst>
            </a:pPr>
            <a:r>
              <a:rPr lang="en-US" sz="2200" b="0" u="none" strike="noStrike">
                <a:solidFill>
                  <a:schemeClr val="dk1"/>
                </a:solidFill>
                <a:effectLst/>
                <a:uFillTx/>
                <a:latin typeface="Times New Roman"/>
              </a:rPr>
              <a:t>Analysis of requirements.</a:t>
            </a:r>
            <a:endParaRPr lang="en-US" sz="2200" b="0" u="none" strike="noStrike">
              <a:solidFill>
                <a:schemeClr val="dk2"/>
              </a:solidFill>
              <a:effectLst/>
              <a:uFillTx/>
              <a:latin typeface="Times New Roman"/>
            </a:endParaRPr>
          </a:p>
          <a:p>
            <a:pPr marL="291600" lvl="2" indent="-291600" algn="l" defTabSz="914400">
              <a:lnSpc>
                <a:spcPct val="100000"/>
              </a:lnSpc>
              <a:spcBef>
                <a:spcPts val="1001"/>
              </a:spcBef>
              <a:buClr>
                <a:srgbClr val="000000"/>
              </a:buClr>
              <a:buFont typeface="Arial"/>
              <a:buChar char="•"/>
              <a:tabLst>
                <a:tab pos="0" algn="l"/>
              </a:tabLst>
            </a:pPr>
            <a:r>
              <a:rPr lang="en-US" sz="2200" b="0" u="none" strike="noStrike">
                <a:solidFill>
                  <a:schemeClr val="dk1"/>
                </a:solidFill>
                <a:effectLst/>
                <a:uFillTx/>
                <a:latin typeface="Times New Roman"/>
              </a:rPr>
              <a:t>Design.</a:t>
            </a:r>
            <a:endParaRPr lang="en-US" sz="2200" b="0" u="none" strike="noStrike">
              <a:solidFill>
                <a:schemeClr val="dk2"/>
              </a:solidFill>
              <a:effectLst/>
              <a:uFillTx/>
              <a:latin typeface="Times New Roman"/>
            </a:endParaRPr>
          </a:p>
        </p:txBody>
      </p:sp>
      <p:sp>
        <p:nvSpPr>
          <p:cNvPr id="176" name="PlaceHolder 3"/>
          <p:cNvSpPr>
            <a:spLocks noGrp="1"/>
          </p:cNvSpPr>
          <p:nvPr>
            <p:ph hasCustomPrompt="1"/>
          </p:nvPr>
        </p:nvSpPr>
        <p:spPr>
          <a:xfrm>
            <a:off x="343080" y="3857400"/>
            <a:ext cx="8383320" cy="1437480"/>
          </a:xfrm>
          <a:prstGeom prst="rect">
            <a:avLst/>
          </a:prstGeom>
          <a:noFill/>
          <a:ln w="0">
            <a:noFill/>
          </a:ln>
        </p:spPr>
        <p:txBody>
          <a:bodyPr lIns="91440" tIns="45720" rIns="91440" bIns="45720" anchor="t">
            <a:normAutofit/>
          </a:bodyPr>
          <a:p>
            <a:pPr indent="0" algn="l" defTabSz="914400">
              <a:lnSpc>
                <a:spcPct val="100000"/>
              </a:lnSpc>
              <a:buNone/>
              <a:tabLst>
                <a:tab pos="0" algn="l"/>
              </a:tabLst>
            </a:pPr>
            <a:r>
              <a:rPr lang="en-US" sz="2400" b="0" u="none" strike="noStrike">
                <a:solidFill>
                  <a:schemeClr val="dk1"/>
                </a:solidFill>
                <a:effectLst/>
                <a:uFillTx/>
                <a:latin typeface="Times New Roman"/>
              </a:rPr>
              <a:t>Construction:</a:t>
            </a:r>
            <a:endParaRPr lang="en-US" sz="2400" b="0" u="none" strike="noStrike">
              <a:solidFill>
                <a:schemeClr val="dk1">
                  <a:lumMod val="65000"/>
                  <a:lumOff val="35000"/>
                </a:schemeClr>
              </a:solidFill>
              <a:effectLst/>
              <a:uFillTx/>
              <a:latin typeface="Times New Roman"/>
            </a:endParaRPr>
          </a:p>
          <a:p>
            <a:pPr marL="291600" lvl="2" indent="-291600" algn="l" defTabSz="914400">
              <a:lnSpc>
                <a:spcPct val="100000"/>
              </a:lnSpc>
              <a:spcBef>
                <a:spcPts val="1001"/>
              </a:spcBef>
              <a:buClr>
                <a:srgbClr val="000000"/>
              </a:buClr>
              <a:buFont typeface="Arial"/>
              <a:buChar char="•"/>
              <a:tabLst>
                <a:tab pos="0" algn="l"/>
              </a:tabLst>
            </a:pPr>
            <a:r>
              <a:rPr lang="en-US" sz="2200" b="0" u="none" strike="noStrike">
                <a:solidFill>
                  <a:schemeClr val="dk1"/>
                </a:solidFill>
                <a:effectLst/>
                <a:uFillTx/>
                <a:latin typeface="Times New Roman"/>
              </a:rPr>
              <a:t>Code generation.</a:t>
            </a:r>
            <a:endParaRPr lang="en-US" sz="2200" b="0" u="none" strike="noStrike">
              <a:solidFill>
                <a:schemeClr val="dk2"/>
              </a:solidFill>
              <a:effectLst/>
              <a:uFillTx/>
              <a:latin typeface="Times New Roman"/>
            </a:endParaRPr>
          </a:p>
          <a:p>
            <a:pPr marL="291600" lvl="2" indent="-291600" algn="l" defTabSz="914400">
              <a:lnSpc>
                <a:spcPct val="100000"/>
              </a:lnSpc>
              <a:spcBef>
                <a:spcPts val="1001"/>
              </a:spcBef>
              <a:buClr>
                <a:srgbClr val="000000"/>
              </a:buClr>
              <a:buFont typeface="Arial"/>
              <a:buChar char="•"/>
              <a:tabLst>
                <a:tab pos="0" algn="l"/>
              </a:tabLst>
            </a:pPr>
            <a:r>
              <a:rPr lang="en-US" sz="2200" b="0" u="none" strike="noStrike">
                <a:solidFill>
                  <a:schemeClr val="dk1"/>
                </a:solidFill>
                <a:effectLst/>
                <a:uFillTx/>
                <a:latin typeface="Times New Roman"/>
              </a:rPr>
              <a:t>Testing.</a:t>
            </a:r>
            <a:endParaRPr lang="en-US" sz="2200" b="0" u="none" strike="noStrike">
              <a:solidFill>
                <a:schemeClr val="dk2"/>
              </a:solidFill>
              <a:effectLst/>
              <a:uFillTx/>
              <a:latin typeface="Times New Roman"/>
            </a:endParaRPr>
          </a:p>
        </p:txBody>
      </p:sp>
      <p:sp>
        <p:nvSpPr>
          <p:cNvPr id="177" name="PlaceHolder 4"/>
          <p:cNvSpPr>
            <a:spLocks noGrp="1"/>
          </p:cNvSpPr>
          <p:nvPr>
            <p:ph hasCustomPrompt="1"/>
          </p:nvPr>
        </p:nvSpPr>
        <p:spPr>
          <a:xfrm>
            <a:off x="343080" y="5484240"/>
            <a:ext cx="8383320" cy="489600"/>
          </a:xfrm>
          <a:prstGeom prst="rect">
            <a:avLst/>
          </a:prstGeom>
          <a:noFill/>
          <a:ln w="0">
            <a:noFill/>
          </a:ln>
        </p:spPr>
        <p:txBody>
          <a:bodyPr lIns="91440" tIns="45720" rIns="91440" bIns="45720" anchor="t">
            <a:noAutofit/>
          </a:bodyPr>
          <a:p>
            <a:pPr indent="0" algn="l" defTabSz="914400">
              <a:lnSpc>
                <a:spcPct val="100000"/>
              </a:lnSpc>
              <a:spcAft>
                <a:spcPts val="799"/>
              </a:spcAft>
              <a:buNone/>
              <a:tabLst>
                <a:tab pos="0" algn="l"/>
              </a:tabLst>
            </a:pPr>
            <a:r>
              <a:rPr lang="en-US" sz="2400" b="0" u="none" strike="noStrike">
                <a:solidFill>
                  <a:schemeClr val="dk1"/>
                </a:solidFill>
                <a:effectLst/>
                <a:uFillTx/>
                <a:latin typeface="Times New Roman"/>
              </a:rPr>
              <a:t>Deployment.</a:t>
            </a:r>
            <a:endParaRPr lang="en-US" sz="2400" b="0" u="none" strike="noStrike">
              <a:solidFill>
                <a:schemeClr val="dk1">
                  <a:lumMod val="65000"/>
                  <a:lumOff val="35000"/>
                </a:schemeClr>
              </a:solidFill>
              <a:effectLst/>
              <a:uFillTx/>
              <a:latin typeface="Times New Roman"/>
            </a:endParaRPr>
          </a:p>
        </p:txBody>
      </p:sp>
      <p:sp>
        <p:nvSpPr>
          <p:cNvPr id="6" name="PlaceHolder 5"/>
          <p:cNvSpPr>
            <a:spLocks noGrp="1"/>
          </p:cNvSpPr>
          <p:nvPr>
            <p:ph type="sldNum" idx="10"/>
          </p:nvPr>
        </p:nvSpPr>
        <p:spPr/>
        <p:txBody>
          <a:bodyPr/>
          <a:p>
            <a:fld id="{FB2A6790-7709-495D-A85F-6781A63AF345}"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hasCustomPrompt="1"/>
          </p:nvPr>
        </p:nvSpPr>
        <p:spPr>
          <a:xfrm>
            <a:off x="343080" y="304920"/>
            <a:ext cx="8457840" cy="678240"/>
          </a:xfrm>
          <a:prstGeom prst="rect">
            <a:avLst/>
          </a:prstGeom>
          <a:noFill/>
          <a:ln w="0">
            <a:noFill/>
          </a:ln>
        </p:spPr>
        <p:txBody>
          <a:bodyPr lIns="91440" tIns="45720" rIns="91440" bIns="45720" anchor="ctr">
            <a:normAutofit/>
          </a:bodyPr>
          <a:p>
            <a:pPr indent="0" algn="l" defTabSz="914400">
              <a:lnSpc>
                <a:spcPct val="90000"/>
              </a:lnSpc>
              <a:buNone/>
            </a:pPr>
            <a:r>
              <a:rPr lang="en-US" sz="4000" b="1" u="none" strike="noStrike">
                <a:solidFill>
                  <a:schemeClr val="dk2"/>
                </a:solidFill>
                <a:effectLst/>
                <a:uFillTx/>
                <a:latin typeface="Times New Roman"/>
              </a:rPr>
              <a:t>Umbrella Activities</a:t>
            </a:r>
            <a:endParaRPr lang="en-US" sz="4000" b="1" u="none" strike="noStrike">
              <a:solidFill>
                <a:schemeClr val="dk2"/>
              </a:solidFill>
              <a:effectLst/>
              <a:uFillTx/>
              <a:latin typeface="Times New Roman"/>
            </a:endParaRPr>
          </a:p>
        </p:txBody>
      </p:sp>
      <p:sp>
        <p:nvSpPr>
          <p:cNvPr id="179" name="PlaceHolder 2"/>
          <p:cNvSpPr>
            <a:spLocks noGrp="1"/>
          </p:cNvSpPr>
          <p:nvPr>
            <p:ph hasCustomPrompt="1"/>
          </p:nvPr>
        </p:nvSpPr>
        <p:spPr>
          <a:xfrm>
            <a:off x="343080" y="1276560"/>
            <a:ext cx="8457840" cy="4971240"/>
          </a:xfrm>
          <a:prstGeom prst="rect">
            <a:avLst/>
          </a:prstGeom>
          <a:noFill/>
          <a:ln w="0">
            <a:noFill/>
          </a:ln>
        </p:spPr>
        <p:txBody>
          <a:bodyPr lIns="91440" tIns="45720" rIns="91440" bIns="45720" anchor="t">
            <a:noAutofit/>
          </a:bodyPr>
          <a:p>
            <a:pPr marL="291600" indent="-291600" algn="l" defTabSz="914400">
              <a:lnSpc>
                <a:spcPct val="100000"/>
              </a:lnSpc>
              <a:spcBef>
                <a:spcPts val="1001"/>
              </a:spcBef>
              <a:buClr>
                <a:srgbClr val="000000"/>
              </a:buClr>
              <a:buFont typeface="Arial"/>
              <a:buChar char="•"/>
              <a:tabLst>
                <a:tab pos="0" algn="l"/>
              </a:tabLst>
            </a:pPr>
            <a:r>
              <a:rPr lang="en-US" sz="2400" b="0" u="none" strike="noStrike">
                <a:solidFill>
                  <a:schemeClr val="dk2"/>
                </a:solidFill>
                <a:effectLst/>
                <a:uFillTx/>
                <a:latin typeface="Times New Roman"/>
              </a:rPr>
              <a:t>Software project tracking and control.</a:t>
            </a:r>
            <a:endParaRPr lang="en-US" sz="2400" b="0" u="none" strike="noStrike">
              <a:solidFill>
                <a:schemeClr val="dk1">
                  <a:lumMod val="65000"/>
                  <a:lumOff val="35000"/>
                </a:schemeClr>
              </a:solidFill>
              <a:effectLst/>
              <a:uFillTx/>
              <a:latin typeface="Times New Roman"/>
            </a:endParaRPr>
          </a:p>
          <a:p>
            <a:pPr marL="291600" indent="-291600" algn="l" defTabSz="914400">
              <a:lnSpc>
                <a:spcPct val="100000"/>
              </a:lnSpc>
              <a:spcBef>
                <a:spcPts val="1001"/>
              </a:spcBef>
              <a:buClr>
                <a:srgbClr val="000000"/>
              </a:buClr>
              <a:buFont typeface="Arial"/>
              <a:buChar char="•"/>
              <a:tabLst>
                <a:tab pos="0" algn="l"/>
              </a:tabLst>
            </a:pPr>
            <a:r>
              <a:rPr lang="en-US" sz="2400" b="0" u="none" strike="noStrike">
                <a:solidFill>
                  <a:schemeClr val="dk2"/>
                </a:solidFill>
                <a:effectLst/>
                <a:uFillTx/>
                <a:latin typeface="Times New Roman"/>
              </a:rPr>
              <a:t>Risk management.</a:t>
            </a:r>
            <a:endParaRPr lang="en-US" sz="2400" b="0" u="none" strike="noStrike">
              <a:solidFill>
                <a:schemeClr val="dk1">
                  <a:lumMod val="65000"/>
                  <a:lumOff val="35000"/>
                </a:schemeClr>
              </a:solidFill>
              <a:effectLst/>
              <a:uFillTx/>
              <a:latin typeface="Times New Roman"/>
            </a:endParaRPr>
          </a:p>
          <a:p>
            <a:pPr marL="291600" indent="-291600" algn="l" defTabSz="914400">
              <a:lnSpc>
                <a:spcPct val="100000"/>
              </a:lnSpc>
              <a:spcBef>
                <a:spcPts val="1001"/>
              </a:spcBef>
              <a:buClr>
                <a:srgbClr val="000000"/>
              </a:buClr>
              <a:buFont typeface="Arial"/>
              <a:buChar char="•"/>
              <a:tabLst>
                <a:tab pos="0" algn="l"/>
              </a:tabLst>
            </a:pPr>
            <a:r>
              <a:rPr lang="en-US" sz="2400" b="0" u="none" strike="noStrike">
                <a:solidFill>
                  <a:schemeClr val="dk2"/>
                </a:solidFill>
                <a:effectLst/>
                <a:uFillTx/>
                <a:latin typeface="Times New Roman"/>
              </a:rPr>
              <a:t>Software quality assurance.</a:t>
            </a:r>
            <a:endParaRPr lang="en-US" sz="2400" b="0" u="none" strike="noStrike">
              <a:solidFill>
                <a:schemeClr val="dk1">
                  <a:lumMod val="65000"/>
                  <a:lumOff val="35000"/>
                </a:schemeClr>
              </a:solidFill>
              <a:effectLst/>
              <a:uFillTx/>
              <a:latin typeface="Times New Roman"/>
            </a:endParaRPr>
          </a:p>
          <a:p>
            <a:pPr marL="291600" indent="-291600" algn="l" defTabSz="914400">
              <a:lnSpc>
                <a:spcPct val="100000"/>
              </a:lnSpc>
              <a:spcBef>
                <a:spcPts val="1001"/>
              </a:spcBef>
              <a:buClr>
                <a:srgbClr val="000000"/>
              </a:buClr>
              <a:buFont typeface="Arial"/>
              <a:buChar char="•"/>
              <a:tabLst>
                <a:tab pos="0" algn="l"/>
              </a:tabLst>
            </a:pPr>
            <a:r>
              <a:rPr lang="en-US" sz="2400" b="0" u="none" strike="noStrike">
                <a:solidFill>
                  <a:schemeClr val="dk2"/>
                </a:solidFill>
                <a:effectLst/>
                <a:uFillTx/>
                <a:latin typeface="Times New Roman"/>
              </a:rPr>
              <a:t>Technical reviews.</a:t>
            </a:r>
            <a:endParaRPr lang="en-US" sz="2400" b="0" u="none" strike="noStrike">
              <a:solidFill>
                <a:schemeClr val="dk1">
                  <a:lumMod val="65000"/>
                  <a:lumOff val="35000"/>
                </a:schemeClr>
              </a:solidFill>
              <a:effectLst/>
              <a:uFillTx/>
              <a:latin typeface="Times New Roman"/>
            </a:endParaRPr>
          </a:p>
          <a:p>
            <a:pPr marL="291600" indent="-291600" algn="l" defTabSz="914400">
              <a:lnSpc>
                <a:spcPct val="100000"/>
              </a:lnSpc>
              <a:spcBef>
                <a:spcPts val="1001"/>
              </a:spcBef>
              <a:buClr>
                <a:srgbClr val="000000"/>
              </a:buClr>
              <a:buFont typeface="Arial"/>
              <a:buChar char="•"/>
              <a:tabLst>
                <a:tab pos="0" algn="l"/>
              </a:tabLst>
            </a:pPr>
            <a:r>
              <a:rPr lang="en-US" sz="2400" b="0" u="none" strike="noStrike">
                <a:solidFill>
                  <a:schemeClr val="dk2"/>
                </a:solidFill>
                <a:effectLst/>
                <a:uFillTx/>
                <a:latin typeface="Times New Roman"/>
              </a:rPr>
              <a:t>Measurement.</a:t>
            </a:r>
            <a:endParaRPr lang="en-US" sz="2400" b="0" u="none" strike="noStrike">
              <a:solidFill>
                <a:schemeClr val="dk1">
                  <a:lumMod val="65000"/>
                  <a:lumOff val="35000"/>
                </a:schemeClr>
              </a:solidFill>
              <a:effectLst/>
              <a:uFillTx/>
              <a:latin typeface="Times New Roman"/>
            </a:endParaRPr>
          </a:p>
          <a:p>
            <a:pPr marL="291600" indent="-291600" algn="l" defTabSz="914400">
              <a:lnSpc>
                <a:spcPct val="100000"/>
              </a:lnSpc>
              <a:spcBef>
                <a:spcPts val="1001"/>
              </a:spcBef>
              <a:buClr>
                <a:srgbClr val="000000"/>
              </a:buClr>
              <a:buFont typeface="Arial"/>
              <a:buChar char="•"/>
              <a:tabLst>
                <a:tab pos="0" algn="l"/>
              </a:tabLst>
            </a:pPr>
            <a:r>
              <a:rPr lang="en-US" sz="2400" b="0" u="none" strike="noStrike">
                <a:solidFill>
                  <a:schemeClr val="dk2"/>
                </a:solidFill>
                <a:effectLst/>
                <a:uFillTx/>
                <a:latin typeface="Times New Roman"/>
              </a:rPr>
              <a:t>Software configuration management.</a:t>
            </a:r>
            <a:endParaRPr lang="en-US" sz="2400" b="0" u="none" strike="noStrike">
              <a:solidFill>
                <a:schemeClr val="dk1">
                  <a:lumMod val="65000"/>
                  <a:lumOff val="35000"/>
                </a:schemeClr>
              </a:solidFill>
              <a:effectLst/>
              <a:uFillTx/>
              <a:latin typeface="Times New Roman"/>
            </a:endParaRPr>
          </a:p>
          <a:p>
            <a:pPr marL="291600" indent="-291600" algn="l" defTabSz="914400">
              <a:lnSpc>
                <a:spcPct val="100000"/>
              </a:lnSpc>
              <a:spcBef>
                <a:spcPts val="1001"/>
              </a:spcBef>
              <a:buClr>
                <a:srgbClr val="000000"/>
              </a:buClr>
              <a:buFont typeface="Arial"/>
              <a:buChar char="•"/>
              <a:tabLst>
                <a:tab pos="0" algn="l"/>
              </a:tabLst>
            </a:pPr>
            <a:r>
              <a:rPr lang="en-US" sz="2400" b="0" u="none" strike="noStrike">
                <a:solidFill>
                  <a:schemeClr val="dk2"/>
                </a:solidFill>
                <a:effectLst/>
                <a:uFillTx/>
                <a:latin typeface="Times New Roman"/>
              </a:rPr>
              <a:t>Reusability management.</a:t>
            </a:r>
            <a:endParaRPr lang="en-US" sz="2400" b="0" u="none" strike="noStrike">
              <a:solidFill>
                <a:schemeClr val="dk1">
                  <a:lumMod val="65000"/>
                  <a:lumOff val="35000"/>
                </a:schemeClr>
              </a:solidFill>
              <a:effectLst/>
              <a:uFillTx/>
              <a:latin typeface="Times New Roman"/>
            </a:endParaRPr>
          </a:p>
          <a:p>
            <a:pPr marL="291600" indent="-291600" algn="l" defTabSz="914400">
              <a:lnSpc>
                <a:spcPct val="100000"/>
              </a:lnSpc>
              <a:spcBef>
                <a:spcPts val="1001"/>
              </a:spcBef>
              <a:buClr>
                <a:srgbClr val="000000"/>
              </a:buClr>
              <a:buFont typeface="Arial"/>
              <a:buChar char="•"/>
              <a:tabLst>
                <a:tab pos="0" algn="l"/>
              </a:tabLst>
            </a:pPr>
            <a:r>
              <a:rPr lang="en-US" sz="2400" b="0" u="none" strike="noStrike">
                <a:solidFill>
                  <a:schemeClr val="dk2"/>
                </a:solidFill>
                <a:effectLst/>
                <a:uFillTx/>
                <a:latin typeface="Times New Roman"/>
              </a:rPr>
              <a:t>Work product preparation and production.</a:t>
            </a:r>
            <a:endParaRPr lang="en-US" sz="2400" b="0" u="none" strike="noStrike">
              <a:solidFill>
                <a:schemeClr val="dk1">
                  <a:lumMod val="65000"/>
                  <a:lumOff val="35000"/>
                </a:schemeClr>
              </a:solidFill>
              <a:effectLst/>
              <a:uFillTx/>
              <a:latin typeface="Times New Roman"/>
            </a:endParaRPr>
          </a:p>
        </p:txBody>
      </p:sp>
      <p:sp>
        <p:nvSpPr>
          <p:cNvPr id="4" name="PlaceHolder 3"/>
          <p:cNvSpPr>
            <a:spLocks noGrp="1"/>
          </p:cNvSpPr>
          <p:nvPr>
            <p:ph type="sldNum" idx="5"/>
          </p:nvPr>
        </p:nvSpPr>
        <p:spPr/>
        <p:txBody>
          <a:bodyPr/>
          <a:p>
            <a:fld id="{47992D1D-26EA-4FBF-A303-A7865CBB3AD7}"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title" hasCustomPrompt="1"/>
          </p:nvPr>
        </p:nvSpPr>
        <p:spPr>
          <a:xfrm>
            <a:off x="343080" y="304920"/>
            <a:ext cx="8457840" cy="678240"/>
          </a:xfrm>
          <a:prstGeom prst="rect">
            <a:avLst/>
          </a:prstGeom>
          <a:noFill/>
          <a:ln w="0">
            <a:noFill/>
          </a:ln>
        </p:spPr>
        <p:txBody>
          <a:bodyPr lIns="91440" tIns="45720" rIns="91440" bIns="45720" anchor="ctr">
            <a:noAutofit/>
          </a:bodyPr>
          <a:p>
            <a:pPr indent="0" algn="l" defTabSz="914400">
              <a:lnSpc>
                <a:spcPct val="90000"/>
              </a:lnSpc>
              <a:buNone/>
            </a:pPr>
            <a:r>
              <a:rPr lang="en-US" sz="3600" b="1" u="none" strike="noStrike">
                <a:solidFill>
                  <a:schemeClr val="dk2"/>
                </a:solidFill>
                <a:effectLst/>
                <a:uFillTx/>
                <a:latin typeface="Times New Roman"/>
              </a:rPr>
              <a:t>Process Difference Requiring Adaptation</a:t>
            </a:r>
            <a:endParaRPr lang="en-US" sz="3600" b="1" u="none" strike="noStrike">
              <a:solidFill>
                <a:schemeClr val="dk2"/>
              </a:solidFill>
              <a:effectLst/>
              <a:uFillTx/>
              <a:latin typeface="Times New Roman"/>
            </a:endParaRPr>
          </a:p>
        </p:txBody>
      </p:sp>
      <p:sp>
        <p:nvSpPr>
          <p:cNvPr id="181" name="PlaceHolder 2"/>
          <p:cNvSpPr>
            <a:spLocks noGrp="1"/>
          </p:cNvSpPr>
          <p:nvPr>
            <p:ph hasCustomPrompt="1"/>
          </p:nvPr>
        </p:nvSpPr>
        <p:spPr>
          <a:xfrm>
            <a:off x="343080" y="1276560"/>
            <a:ext cx="8457840" cy="3890520"/>
          </a:xfrm>
          <a:prstGeom prst="rect">
            <a:avLst/>
          </a:prstGeom>
          <a:noFill/>
          <a:ln w="0">
            <a:noFill/>
          </a:ln>
        </p:spPr>
        <p:txBody>
          <a:bodyPr lIns="91440" tIns="45720" rIns="91440" bIns="45720" anchor="t">
            <a:noAutofit/>
          </a:bodyPr>
          <a:p>
            <a:pPr marL="291600" lvl="1" indent="-291600" algn="l" defTabSz="914400">
              <a:lnSpc>
                <a:spcPct val="100000"/>
              </a:lnSpc>
              <a:spcBef>
                <a:spcPts val="1001"/>
              </a:spcBef>
              <a:buClr>
                <a:srgbClr val="000000"/>
              </a:buClr>
              <a:buFont typeface="Arial"/>
              <a:buChar char="•"/>
            </a:pPr>
            <a:r>
              <a:rPr lang="en-US" sz="1800" b="0" u="none" strike="noStrike">
                <a:solidFill>
                  <a:schemeClr val="dk2"/>
                </a:solidFill>
                <a:effectLst/>
                <a:uFillTx/>
                <a:latin typeface="Times New Roman"/>
              </a:rPr>
              <a:t>Overall flow of activities, actions, and tasks and the interdependencies among them.</a:t>
            </a:r>
            <a:endParaRPr lang="en-US" sz="1800" b="0" u="none" strike="noStrike">
              <a:solidFill>
                <a:schemeClr val="dk2"/>
              </a:solidFill>
              <a:effectLst/>
              <a:uFillTx/>
              <a:latin typeface="Times New Roman"/>
            </a:endParaRPr>
          </a:p>
          <a:p>
            <a:pPr marL="291600" lvl="1" indent="-291600" algn="l" defTabSz="914400">
              <a:lnSpc>
                <a:spcPct val="100000"/>
              </a:lnSpc>
              <a:spcBef>
                <a:spcPts val="1001"/>
              </a:spcBef>
              <a:buClr>
                <a:srgbClr val="000000"/>
              </a:buClr>
              <a:buFont typeface="Arial"/>
              <a:buChar char="•"/>
            </a:pPr>
            <a:r>
              <a:rPr lang="en-US" sz="1800" b="0" u="none" strike="noStrike">
                <a:solidFill>
                  <a:schemeClr val="dk2"/>
                </a:solidFill>
                <a:effectLst/>
                <a:uFillTx/>
                <a:latin typeface="Times New Roman"/>
              </a:rPr>
              <a:t>Degree to which actions and tasks are defined within each framework activity.</a:t>
            </a:r>
            <a:endParaRPr lang="en-US" sz="1800" b="0" u="none" strike="noStrike">
              <a:solidFill>
                <a:schemeClr val="dk2"/>
              </a:solidFill>
              <a:effectLst/>
              <a:uFillTx/>
              <a:latin typeface="Times New Roman"/>
            </a:endParaRPr>
          </a:p>
          <a:p>
            <a:pPr marL="291600" lvl="1" indent="-291600" algn="l" defTabSz="914400">
              <a:lnSpc>
                <a:spcPct val="100000"/>
              </a:lnSpc>
              <a:spcBef>
                <a:spcPts val="1001"/>
              </a:spcBef>
              <a:buClr>
                <a:srgbClr val="000000"/>
              </a:buClr>
              <a:buFont typeface="Arial"/>
              <a:buChar char="•"/>
            </a:pPr>
            <a:r>
              <a:rPr lang="en-US" sz="1800" b="0" u="none" strike="noStrike">
                <a:solidFill>
                  <a:schemeClr val="dk2"/>
                </a:solidFill>
                <a:effectLst/>
                <a:uFillTx/>
                <a:latin typeface="Times New Roman"/>
              </a:rPr>
              <a:t>Degree to which work products are identified and required.</a:t>
            </a:r>
            <a:endParaRPr lang="en-US" sz="1800" b="0" u="none" strike="noStrike">
              <a:solidFill>
                <a:schemeClr val="dk2"/>
              </a:solidFill>
              <a:effectLst/>
              <a:uFillTx/>
              <a:latin typeface="Times New Roman"/>
            </a:endParaRPr>
          </a:p>
          <a:p>
            <a:pPr marL="291600" lvl="1" indent="-291600" algn="l" defTabSz="914400">
              <a:lnSpc>
                <a:spcPct val="100000"/>
              </a:lnSpc>
              <a:spcBef>
                <a:spcPts val="1001"/>
              </a:spcBef>
              <a:buClr>
                <a:srgbClr val="000000"/>
              </a:buClr>
              <a:buFont typeface="Arial"/>
              <a:buChar char="•"/>
            </a:pPr>
            <a:r>
              <a:rPr lang="en-US" sz="1800" b="0" u="none" strike="noStrike">
                <a:solidFill>
                  <a:schemeClr val="dk2"/>
                </a:solidFill>
                <a:effectLst/>
                <a:uFillTx/>
                <a:latin typeface="Times New Roman"/>
              </a:rPr>
              <a:t>Manner which quality assurance activities are applied.</a:t>
            </a:r>
            <a:endParaRPr lang="en-US" sz="1800" b="0" u="none" strike="noStrike">
              <a:solidFill>
                <a:schemeClr val="dk2"/>
              </a:solidFill>
              <a:effectLst/>
              <a:uFillTx/>
              <a:latin typeface="Times New Roman"/>
            </a:endParaRPr>
          </a:p>
          <a:p>
            <a:pPr marL="291600" lvl="1" indent="-291600" algn="l" defTabSz="914400">
              <a:lnSpc>
                <a:spcPct val="100000"/>
              </a:lnSpc>
              <a:spcBef>
                <a:spcPts val="1001"/>
              </a:spcBef>
              <a:buClr>
                <a:srgbClr val="000000"/>
              </a:buClr>
              <a:buFont typeface="Arial"/>
              <a:buChar char="•"/>
            </a:pPr>
            <a:r>
              <a:rPr lang="en-US" sz="1800" b="0" u="none" strike="noStrike">
                <a:solidFill>
                  <a:schemeClr val="dk2"/>
                </a:solidFill>
                <a:effectLst/>
                <a:uFillTx/>
                <a:latin typeface="Times New Roman"/>
              </a:rPr>
              <a:t>Manner in which project tracking and control activities are applied.</a:t>
            </a:r>
            <a:endParaRPr lang="en-US" sz="1800" b="0" u="none" strike="noStrike">
              <a:solidFill>
                <a:schemeClr val="dk2"/>
              </a:solidFill>
              <a:effectLst/>
              <a:uFillTx/>
              <a:latin typeface="Times New Roman"/>
            </a:endParaRPr>
          </a:p>
          <a:p>
            <a:pPr marL="291600" lvl="1" indent="-291600" algn="l" defTabSz="914400">
              <a:lnSpc>
                <a:spcPct val="100000"/>
              </a:lnSpc>
              <a:spcBef>
                <a:spcPts val="1001"/>
              </a:spcBef>
              <a:buClr>
                <a:srgbClr val="000000"/>
              </a:buClr>
              <a:buFont typeface="Arial"/>
              <a:buChar char="•"/>
            </a:pPr>
            <a:r>
              <a:rPr lang="en-US" sz="1800" b="0" u="none" strike="noStrike">
                <a:solidFill>
                  <a:schemeClr val="dk2"/>
                </a:solidFill>
                <a:effectLst/>
                <a:uFillTx/>
                <a:latin typeface="Times New Roman"/>
              </a:rPr>
              <a:t>Overall degree of detail and rigor with which the process is described.</a:t>
            </a:r>
            <a:endParaRPr lang="en-US" sz="1800" b="0" u="none" strike="noStrike">
              <a:solidFill>
                <a:schemeClr val="dk2"/>
              </a:solidFill>
              <a:effectLst/>
              <a:uFillTx/>
              <a:latin typeface="Times New Roman"/>
            </a:endParaRPr>
          </a:p>
          <a:p>
            <a:pPr marL="291600" lvl="1" indent="-291600" algn="l" defTabSz="914400">
              <a:lnSpc>
                <a:spcPct val="100000"/>
              </a:lnSpc>
              <a:spcBef>
                <a:spcPts val="1001"/>
              </a:spcBef>
              <a:buClr>
                <a:srgbClr val="000000"/>
              </a:buClr>
              <a:buFont typeface="Arial"/>
              <a:buChar char="•"/>
            </a:pPr>
            <a:r>
              <a:rPr lang="en-US" sz="1800" b="0" u="none" strike="noStrike">
                <a:solidFill>
                  <a:schemeClr val="dk2"/>
                </a:solidFill>
                <a:effectLst/>
                <a:uFillTx/>
                <a:latin typeface="Times New Roman"/>
              </a:rPr>
              <a:t>Degree to which the customer and other stakeholders are involved with the project.</a:t>
            </a:r>
            <a:endParaRPr lang="en-US" sz="1800" b="0" u="none" strike="noStrike">
              <a:solidFill>
                <a:schemeClr val="dk2"/>
              </a:solidFill>
              <a:effectLst/>
              <a:uFillTx/>
              <a:latin typeface="Times New Roman"/>
            </a:endParaRPr>
          </a:p>
          <a:p>
            <a:pPr marL="291600" lvl="1" indent="-291600" algn="l" defTabSz="914400">
              <a:lnSpc>
                <a:spcPct val="100000"/>
              </a:lnSpc>
              <a:spcBef>
                <a:spcPts val="1001"/>
              </a:spcBef>
              <a:buClr>
                <a:srgbClr val="000000"/>
              </a:buClr>
              <a:buFont typeface="Arial"/>
              <a:buChar char="•"/>
            </a:pPr>
            <a:r>
              <a:rPr lang="en-US" sz="1800" b="0" u="none" strike="noStrike">
                <a:solidFill>
                  <a:schemeClr val="dk2"/>
                </a:solidFill>
                <a:effectLst/>
                <a:uFillTx/>
                <a:latin typeface="Times New Roman"/>
              </a:rPr>
              <a:t>Level of autonomy given to the software team.</a:t>
            </a:r>
            <a:endParaRPr lang="en-US" sz="1800" b="0" u="none" strike="noStrike">
              <a:solidFill>
                <a:schemeClr val="dk2"/>
              </a:solidFill>
              <a:effectLst/>
              <a:uFillTx/>
              <a:latin typeface="Times New Roman"/>
            </a:endParaRPr>
          </a:p>
          <a:p>
            <a:pPr marL="291600" lvl="1" indent="-291600" algn="l" defTabSz="914400">
              <a:lnSpc>
                <a:spcPct val="100000"/>
              </a:lnSpc>
              <a:spcBef>
                <a:spcPts val="1001"/>
              </a:spcBef>
              <a:buClr>
                <a:srgbClr val="000000"/>
              </a:buClr>
              <a:buFont typeface="Arial"/>
              <a:buChar char="•"/>
            </a:pPr>
            <a:r>
              <a:rPr lang="en-US" sz="1800" b="0" u="none" strike="noStrike">
                <a:solidFill>
                  <a:schemeClr val="dk2"/>
                </a:solidFill>
                <a:effectLst/>
                <a:uFillTx/>
                <a:latin typeface="Times New Roman"/>
              </a:rPr>
              <a:t>Degree to which team organization and roles are prescribed.</a:t>
            </a:r>
            <a:endParaRPr lang="en-US" sz="1800" b="0" u="none" strike="noStrike">
              <a:solidFill>
                <a:schemeClr val="dk2"/>
              </a:solidFill>
              <a:effectLst/>
              <a:uFillTx/>
              <a:latin typeface="Times New Roman"/>
            </a:endParaRPr>
          </a:p>
        </p:txBody>
      </p:sp>
      <p:sp>
        <p:nvSpPr>
          <p:cNvPr id="4" name="PlaceHolder 3"/>
          <p:cNvSpPr>
            <a:spLocks noGrp="1"/>
          </p:cNvSpPr>
          <p:nvPr>
            <p:ph type="sldNum" idx="5"/>
          </p:nvPr>
        </p:nvSpPr>
        <p:spPr/>
        <p:txBody>
          <a:bodyPr/>
          <a:p>
            <a:fld id="{5B441C4C-2210-41BD-A897-215640154411}"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title" hasCustomPrompt="1"/>
          </p:nvPr>
        </p:nvSpPr>
        <p:spPr>
          <a:xfrm>
            <a:off x="343080" y="304920"/>
            <a:ext cx="8457840" cy="678240"/>
          </a:xfrm>
          <a:prstGeom prst="rect">
            <a:avLst/>
          </a:prstGeom>
          <a:noFill/>
          <a:ln w="0">
            <a:noFill/>
          </a:ln>
        </p:spPr>
        <p:txBody>
          <a:bodyPr lIns="91440" tIns="45720" rIns="91440" bIns="45720" anchor="ctr">
            <a:normAutofit/>
          </a:bodyPr>
          <a:p>
            <a:pPr indent="0" algn="l" defTabSz="914400">
              <a:lnSpc>
                <a:spcPct val="90000"/>
              </a:lnSpc>
              <a:buNone/>
            </a:pPr>
            <a:r>
              <a:rPr lang="en-US" sz="3600" b="1" u="none" strike="noStrike">
                <a:solidFill>
                  <a:schemeClr val="dk2"/>
                </a:solidFill>
                <a:effectLst/>
                <a:uFillTx/>
                <a:latin typeface="Times New Roman"/>
              </a:rPr>
              <a:t>Essence of Software Engineering Practice</a:t>
            </a:r>
            <a:endParaRPr lang="en-US" sz="3600" b="1" u="none" strike="noStrike">
              <a:solidFill>
                <a:schemeClr val="dk2"/>
              </a:solidFill>
              <a:effectLst/>
              <a:uFillTx/>
              <a:latin typeface="Times New Roman"/>
            </a:endParaRPr>
          </a:p>
        </p:txBody>
      </p:sp>
      <p:sp>
        <p:nvSpPr>
          <p:cNvPr id="183" name="PlaceHolder 2"/>
          <p:cNvSpPr>
            <a:spLocks noGrp="1"/>
          </p:cNvSpPr>
          <p:nvPr>
            <p:ph hasCustomPrompt="1"/>
          </p:nvPr>
        </p:nvSpPr>
        <p:spPr>
          <a:xfrm>
            <a:off x="343080" y="1276560"/>
            <a:ext cx="8457840" cy="4971240"/>
          </a:xfrm>
          <a:prstGeom prst="rect">
            <a:avLst/>
          </a:prstGeom>
          <a:noFill/>
          <a:ln w="0">
            <a:noFill/>
          </a:ln>
        </p:spPr>
        <p:txBody>
          <a:bodyPr lIns="91440" tIns="45720" rIns="91440" bIns="45720" anchor="t">
            <a:noAutofit/>
          </a:bodyPr>
          <a:p>
            <a:pPr indent="0" algn="l" defTabSz="914400">
              <a:lnSpc>
                <a:spcPct val="100000"/>
              </a:lnSpc>
              <a:spcAft>
                <a:spcPts val="799"/>
              </a:spcAft>
              <a:buNone/>
              <a:tabLst>
                <a:tab pos="0" algn="l"/>
              </a:tabLst>
            </a:pPr>
            <a:r>
              <a:rPr lang="en-US" sz="2400" b="0" u="none" strike="noStrike">
                <a:solidFill>
                  <a:schemeClr val="dk1"/>
                </a:solidFill>
                <a:effectLst/>
                <a:uFillTx/>
                <a:latin typeface="Times New Roman"/>
              </a:rPr>
              <a:t>Polya suggests:</a:t>
            </a:r>
            <a:endParaRPr lang="en-US" sz="2400" b="0" u="none" strike="noStrike">
              <a:solidFill>
                <a:schemeClr val="dk1">
                  <a:lumMod val="65000"/>
                  <a:lumOff val="35000"/>
                </a:schemeClr>
              </a:solidFill>
              <a:effectLst/>
              <a:uFillTx/>
              <a:latin typeface="Times New Roman"/>
            </a:endParaRPr>
          </a:p>
          <a:p>
            <a:pPr marL="403200" lvl="2" indent="-403200" algn="l" defTabSz="914400">
              <a:lnSpc>
                <a:spcPct val="100000"/>
              </a:lnSpc>
              <a:spcBef>
                <a:spcPts val="1001"/>
              </a:spcBef>
              <a:buClr>
                <a:srgbClr val="000000"/>
              </a:buClr>
              <a:buFont typeface="Arial"/>
              <a:buAutoNum type="arabicPeriod"/>
              <a:tabLst>
                <a:tab pos="0" algn="l"/>
              </a:tabLst>
            </a:pPr>
            <a:r>
              <a:rPr lang="en-US" sz="2400" b="0" i="1" u="none" strike="noStrike">
                <a:solidFill>
                  <a:schemeClr val="dk1"/>
                </a:solidFill>
                <a:effectLst/>
                <a:uFillTx/>
                <a:latin typeface="Times New Roman"/>
              </a:rPr>
              <a:t>Understand the problem</a:t>
            </a:r>
            <a:r>
              <a:rPr lang="en-US" sz="2400" b="0" u="none" strike="noStrike">
                <a:solidFill>
                  <a:schemeClr val="dk1"/>
                </a:solidFill>
                <a:effectLst/>
                <a:uFillTx/>
                <a:latin typeface="Times New Roman"/>
              </a:rPr>
              <a:t> (communication and analysis).</a:t>
            </a:r>
            <a:endParaRPr lang="en-US" sz="2400" b="0" u="none" strike="noStrike">
              <a:solidFill>
                <a:schemeClr val="dk2"/>
              </a:solidFill>
              <a:effectLst/>
              <a:uFillTx/>
              <a:latin typeface="Times New Roman"/>
            </a:endParaRPr>
          </a:p>
          <a:p>
            <a:pPr marL="403200" lvl="2" indent="-403200" algn="l" defTabSz="914400">
              <a:lnSpc>
                <a:spcPct val="100000"/>
              </a:lnSpc>
              <a:spcBef>
                <a:spcPts val="1001"/>
              </a:spcBef>
              <a:buClr>
                <a:srgbClr val="000000"/>
              </a:buClr>
              <a:buFont typeface="Arial"/>
              <a:buAutoNum type="arabicPeriod"/>
              <a:tabLst>
                <a:tab pos="0" algn="l"/>
              </a:tabLst>
            </a:pPr>
            <a:r>
              <a:rPr lang="en-US" sz="2400" b="0" i="1" u="none" strike="noStrike">
                <a:solidFill>
                  <a:schemeClr val="dk1"/>
                </a:solidFill>
                <a:effectLst/>
                <a:uFillTx/>
                <a:latin typeface="Times New Roman"/>
              </a:rPr>
              <a:t>Plan a solution</a:t>
            </a:r>
            <a:r>
              <a:rPr lang="en-US" sz="2400" b="0" u="none" strike="noStrike">
                <a:solidFill>
                  <a:schemeClr val="dk1"/>
                </a:solidFill>
                <a:effectLst/>
                <a:uFillTx/>
                <a:latin typeface="Times New Roman"/>
              </a:rPr>
              <a:t> (modeling and software design).</a:t>
            </a:r>
            <a:endParaRPr lang="en-US" sz="2400" b="0" u="none" strike="noStrike">
              <a:solidFill>
                <a:schemeClr val="dk2"/>
              </a:solidFill>
              <a:effectLst/>
              <a:uFillTx/>
              <a:latin typeface="Times New Roman"/>
            </a:endParaRPr>
          </a:p>
          <a:p>
            <a:pPr marL="403200" lvl="2" indent="-403200" algn="l" defTabSz="914400">
              <a:lnSpc>
                <a:spcPct val="100000"/>
              </a:lnSpc>
              <a:spcBef>
                <a:spcPts val="1001"/>
              </a:spcBef>
              <a:buClr>
                <a:srgbClr val="000000"/>
              </a:buClr>
              <a:buFont typeface="Arial"/>
              <a:buAutoNum type="arabicPeriod"/>
              <a:tabLst>
                <a:tab pos="0" algn="l"/>
              </a:tabLst>
            </a:pPr>
            <a:r>
              <a:rPr lang="en-US" sz="2400" b="0" i="1" u="none" strike="noStrike">
                <a:solidFill>
                  <a:schemeClr val="dk1"/>
                </a:solidFill>
                <a:effectLst/>
                <a:uFillTx/>
                <a:latin typeface="Times New Roman"/>
              </a:rPr>
              <a:t>Carry out the plan</a:t>
            </a:r>
            <a:r>
              <a:rPr lang="en-US" sz="2400" b="0" u="none" strike="noStrike">
                <a:solidFill>
                  <a:schemeClr val="dk1"/>
                </a:solidFill>
                <a:effectLst/>
                <a:uFillTx/>
                <a:latin typeface="Times New Roman"/>
              </a:rPr>
              <a:t> (code generation).</a:t>
            </a:r>
            <a:endParaRPr lang="en-US" sz="2400" b="0" u="none" strike="noStrike">
              <a:solidFill>
                <a:schemeClr val="dk2"/>
              </a:solidFill>
              <a:effectLst/>
              <a:uFillTx/>
              <a:latin typeface="Times New Roman"/>
            </a:endParaRPr>
          </a:p>
          <a:p>
            <a:pPr marL="403200" lvl="2" indent="-403200" algn="l" defTabSz="914400">
              <a:lnSpc>
                <a:spcPct val="100000"/>
              </a:lnSpc>
              <a:spcBef>
                <a:spcPts val="1001"/>
              </a:spcBef>
              <a:buClr>
                <a:srgbClr val="000000"/>
              </a:buClr>
              <a:buFont typeface="Arial"/>
              <a:buAutoNum type="arabicPeriod"/>
              <a:tabLst>
                <a:tab pos="0" algn="l"/>
              </a:tabLst>
            </a:pPr>
            <a:r>
              <a:rPr lang="en-US" sz="2400" b="0" i="1" u="none" strike="noStrike">
                <a:solidFill>
                  <a:schemeClr val="dk1"/>
                </a:solidFill>
                <a:effectLst/>
                <a:uFillTx/>
                <a:latin typeface="Times New Roman"/>
              </a:rPr>
              <a:t>Examine result for accuracy</a:t>
            </a:r>
            <a:r>
              <a:rPr lang="en-US" sz="2400" b="0" u="none" strike="noStrike">
                <a:solidFill>
                  <a:schemeClr val="dk1"/>
                </a:solidFill>
                <a:effectLst/>
                <a:uFillTx/>
                <a:latin typeface="Times New Roman"/>
              </a:rPr>
              <a:t> (testing &amp; quality assurance).</a:t>
            </a:r>
            <a:endParaRPr lang="en-US" sz="2400" b="0" u="none" strike="noStrike">
              <a:solidFill>
                <a:schemeClr val="dk2"/>
              </a:solidFill>
              <a:effectLst/>
              <a:uFillTx/>
              <a:latin typeface="Times New Roman"/>
            </a:endParaRPr>
          </a:p>
        </p:txBody>
      </p:sp>
      <p:sp>
        <p:nvSpPr>
          <p:cNvPr id="4" name="PlaceHolder 3"/>
          <p:cNvSpPr>
            <a:spLocks noGrp="1"/>
          </p:cNvSpPr>
          <p:nvPr>
            <p:ph type="sldNum" idx="5"/>
          </p:nvPr>
        </p:nvSpPr>
        <p:spPr/>
        <p:txBody>
          <a:bodyPr/>
          <a:p>
            <a:fld id="{2E313786-F1F2-4BB8-BA5D-47F9692ACFE0}"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title" hasCustomPrompt="1"/>
          </p:nvPr>
        </p:nvSpPr>
        <p:spPr>
          <a:xfrm>
            <a:off x="343080" y="304920"/>
            <a:ext cx="8457840" cy="678240"/>
          </a:xfrm>
          <a:prstGeom prst="rect">
            <a:avLst/>
          </a:prstGeom>
          <a:noFill/>
          <a:ln w="0">
            <a:noFill/>
          </a:ln>
        </p:spPr>
        <p:txBody>
          <a:bodyPr lIns="91440" tIns="45720" rIns="91440" bIns="45720" anchor="ctr">
            <a:normAutofit/>
          </a:bodyPr>
          <a:p>
            <a:pPr indent="0" algn="l" defTabSz="914400">
              <a:lnSpc>
                <a:spcPct val="90000"/>
              </a:lnSpc>
              <a:buNone/>
            </a:pPr>
            <a:r>
              <a:rPr lang="en-US" sz="4000" b="1" u="none" strike="noStrike">
                <a:solidFill>
                  <a:schemeClr val="dk2"/>
                </a:solidFill>
                <a:effectLst/>
                <a:uFillTx/>
                <a:latin typeface="Times New Roman"/>
              </a:rPr>
              <a:t>Understand the Problem</a:t>
            </a:r>
            <a:endParaRPr lang="en-US" sz="4000" b="1" u="none" strike="noStrike">
              <a:solidFill>
                <a:schemeClr val="dk2"/>
              </a:solidFill>
              <a:effectLst/>
              <a:uFillTx/>
              <a:latin typeface="Times New Roman"/>
            </a:endParaRPr>
          </a:p>
        </p:txBody>
      </p:sp>
      <p:sp>
        <p:nvSpPr>
          <p:cNvPr id="185" name="PlaceHolder 2"/>
          <p:cNvSpPr>
            <a:spLocks noGrp="1"/>
          </p:cNvSpPr>
          <p:nvPr>
            <p:ph hasCustomPrompt="1"/>
          </p:nvPr>
        </p:nvSpPr>
        <p:spPr>
          <a:xfrm>
            <a:off x="343080" y="1276560"/>
            <a:ext cx="8457840" cy="487800"/>
          </a:xfrm>
          <a:prstGeom prst="rect">
            <a:avLst/>
          </a:prstGeom>
          <a:noFill/>
          <a:ln w="0">
            <a:noFill/>
          </a:ln>
        </p:spPr>
        <p:txBody>
          <a:bodyPr lIns="91440" tIns="45720" rIns="91440" bIns="45720" anchor="t">
            <a:normAutofit/>
          </a:bodyPr>
          <a:p>
            <a:pPr marL="291600" indent="-291600" algn="l" defTabSz="914400">
              <a:lnSpc>
                <a:spcPct val="100000"/>
              </a:lnSpc>
              <a:spcBef>
                <a:spcPts val="1001"/>
              </a:spcBef>
              <a:buClr>
                <a:srgbClr val="000000"/>
              </a:buClr>
              <a:buFont typeface="Arial"/>
              <a:buChar char="•"/>
              <a:tabLst>
                <a:tab pos="0" algn="l"/>
              </a:tabLst>
            </a:pPr>
            <a:r>
              <a:rPr lang="en-US" sz="2400" b="0" i="1" u="none" strike="noStrike">
                <a:solidFill>
                  <a:schemeClr val="dk1"/>
                </a:solidFill>
                <a:effectLst/>
                <a:uFillTx/>
                <a:latin typeface="Times New Roman"/>
              </a:rPr>
              <a:t>Who has a stake in the solution to the problem?</a:t>
            </a:r>
            <a:endParaRPr lang="en-US" sz="2400" b="0" u="none" strike="noStrike">
              <a:solidFill>
                <a:schemeClr val="dk2"/>
              </a:solidFill>
              <a:effectLst/>
              <a:uFillTx/>
              <a:latin typeface="Times New Roman"/>
            </a:endParaRPr>
          </a:p>
        </p:txBody>
      </p:sp>
      <p:sp>
        <p:nvSpPr>
          <p:cNvPr id="186" name="PlaceHolder 3"/>
          <p:cNvSpPr>
            <a:spLocks noGrp="1"/>
          </p:cNvSpPr>
          <p:nvPr>
            <p:ph hasCustomPrompt="1"/>
          </p:nvPr>
        </p:nvSpPr>
        <p:spPr>
          <a:xfrm>
            <a:off x="343080" y="1818720"/>
            <a:ext cx="8457840" cy="448920"/>
          </a:xfrm>
          <a:prstGeom prst="rect">
            <a:avLst/>
          </a:prstGeom>
          <a:noFill/>
          <a:ln w="0">
            <a:noFill/>
          </a:ln>
        </p:spPr>
        <p:txBody>
          <a:bodyPr lIns="91440" tIns="45720" rIns="91440" bIns="45720" anchor="t">
            <a:noAutofit/>
          </a:bodyPr>
          <a:p>
            <a:pPr marL="517680" indent="0" algn="l" defTabSz="914400">
              <a:lnSpc>
                <a:spcPct val="100000"/>
              </a:lnSpc>
              <a:spcBef>
                <a:spcPts val="1001"/>
              </a:spcBef>
              <a:buNone/>
              <a:tabLst>
                <a:tab pos="0" algn="l"/>
              </a:tabLst>
            </a:pPr>
            <a:r>
              <a:rPr lang="en-US" sz="2200" b="0" u="none" strike="noStrike">
                <a:solidFill>
                  <a:schemeClr val="dk1"/>
                </a:solidFill>
                <a:effectLst/>
                <a:uFillTx/>
                <a:latin typeface="Times New Roman"/>
              </a:rPr>
              <a:t>That is, who are the stakeholders?</a:t>
            </a:r>
            <a:endParaRPr lang="en-US" sz="2200" b="0" u="none" strike="noStrike">
              <a:solidFill>
                <a:schemeClr val="dk2"/>
              </a:solidFill>
              <a:effectLst/>
              <a:uFillTx/>
              <a:latin typeface="Times New Roman"/>
            </a:endParaRPr>
          </a:p>
        </p:txBody>
      </p:sp>
      <p:sp>
        <p:nvSpPr>
          <p:cNvPr id="187" name="PlaceHolder 4"/>
          <p:cNvSpPr>
            <a:spLocks noGrp="1"/>
          </p:cNvSpPr>
          <p:nvPr>
            <p:ph hasCustomPrompt="1"/>
          </p:nvPr>
        </p:nvSpPr>
        <p:spPr>
          <a:xfrm>
            <a:off x="343080" y="2455560"/>
            <a:ext cx="8457840" cy="470880"/>
          </a:xfrm>
          <a:prstGeom prst="rect">
            <a:avLst/>
          </a:prstGeom>
          <a:noFill/>
          <a:ln w="0">
            <a:noFill/>
          </a:ln>
        </p:spPr>
        <p:txBody>
          <a:bodyPr lIns="91440" tIns="45720" rIns="91440" bIns="45720" anchor="t">
            <a:normAutofit/>
          </a:bodyPr>
          <a:p>
            <a:pPr marL="291600" indent="-291600" algn="l" defTabSz="914400">
              <a:lnSpc>
                <a:spcPct val="100000"/>
              </a:lnSpc>
              <a:spcBef>
                <a:spcPts val="1001"/>
              </a:spcBef>
              <a:buClr>
                <a:srgbClr val="000000"/>
              </a:buClr>
              <a:buFont typeface="Arial"/>
              <a:buChar char="•"/>
              <a:tabLst>
                <a:tab pos="0" algn="l"/>
              </a:tabLst>
            </a:pPr>
            <a:r>
              <a:rPr lang="en-US" sz="2400" b="0" i="1" u="none" strike="noStrike">
                <a:solidFill>
                  <a:schemeClr val="dk1"/>
                </a:solidFill>
                <a:effectLst/>
                <a:uFillTx/>
                <a:latin typeface="Times New Roman"/>
              </a:rPr>
              <a:t>What are the unknowns?</a:t>
            </a:r>
            <a:endParaRPr lang="en-US" sz="2400" b="0" u="none" strike="noStrike">
              <a:solidFill>
                <a:schemeClr val="dk2"/>
              </a:solidFill>
              <a:effectLst/>
              <a:uFillTx/>
              <a:latin typeface="Times New Roman"/>
            </a:endParaRPr>
          </a:p>
        </p:txBody>
      </p:sp>
      <p:sp>
        <p:nvSpPr>
          <p:cNvPr id="188" name="PlaceHolder 5"/>
          <p:cNvSpPr>
            <a:spLocks noGrp="1"/>
          </p:cNvSpPr>
          <p:nvPr>
            <p:ph hasCustomPrompt="1"/>
          </p:nvPr>
        </p:nvSpPr>
        <p:spPr>
          <a:xfrm>
            <a:off x="343080" y="2999880"/>
            <a:ext cx="8457840" cy="758160"/>
          </a:xfrm>
          <a:prstGeom prst="rect">
            <a:avLst/>
          </a:prstGeom>
          <a:noFill/>
          <a:ln w="0">
            <a:noFill/>
          </a:ln>
        </p:spPr>
        <p:txBody>
          <a:bodyPr lIns="91440" tIns="45720" rIns="91440" bIns="45720" anchor="t">
            <a:noAutofit/>
          </a:bodyPr>
          <a:p>
            <a:pPr marL="517680" indent="0" algn="l" defTabSz="914400">
              <a:lnSpc>
                <a:spcPct val="100000"/>
              </a:lnSpc>
              <a:spcBef>
                <a:spcPts val="1001"/>
              </a:spcBef>
              <a:buNone/>
              <a:tabLst>
                <a:tab pos="0" algn="l"/>
              </a:tabLst>
            </a:pPr>
            <a:r>
              <a:rPr lang="en-US" sz="2200" b="0" u="none" strike="noStrike">
                <a:solidFill>
                  <a:schemeClr val="dk1"/>
                </a:solidFill>
                <a:effectLst/>
                <a:uFillTx/>
                <a:latin typeface="Times New Roman"/>
              </a:rPr>
              <a:t>What data, functions, and features are required to properly solve the problem?</a:t>
            </a:r>
            <a:endParaRPr lang="en-US" sz="2200" b="0" u="none" strike="noStrike">
              <a:solidFill>
                <a:schemeClr val="dk2"/>
              </a:solidFill>
              <a:effectLst/>
              <a:uFillTx/>
              <a:latin typeface="Times New Roman"/>
            </a:endParaRPr>
          </a:p>
        </p:txBody>
      </p:sp>
      <p:sp>
        <p:nvSpPr>
          <p:cNvPr id="189" name="PlaceHolder 6"/>
          <p:cNvSpPr>
            <a:spLocks noGrp="1"/>
          </p:cNvSpPr>
          <p:nvPr>
            <p:ph hasCustomPrompt="1"/>
          </p:nvPr>
        </p:nvSpPr>
        <p:spPr>
          <a:xfrm>
            <a:off x="343080" y="3989520"/>
            <a:ext cx="8283240" cy="454320"/>
          </a:xfrm>
          <a:prstGeom prst="rect">
            <a:avLst/>
          </a:prstGeom>
          <a:noFill/>
          <a:ln w="0">
            <a:noFill/>
          </a:ln>
        </p:spPr>
        <p:txBody>
          <a:bodyPr lIns="91440" tIns="45720" rIns="91440" bIns="45720" anchor="t">
            <a:noAutofit/>
          </a:bodyPr>
          <a:p>
            <a:pPr marL="291600" indent="-291600" algn="l" defTabSz="914400">
              <a:lnSpc>
                <a:spcPct val="100000"/>
              </a:lnSpc>
              <a:spcBef>
                <a:spcPts val="1001"/>
              </a:spcBef>
              <a:buClr>
                <a:srgbClr val="000000"/>
              </a:buClr>
              <a:buFont typeface="Arial"/>
              <a:buChar char="•"/>
              <a:tabLst>
                <a:tab pos="0" algn="l"/>
              </a:tabLst>
            </a:pPr>
            <a:r>
              <a:rPr lang="en-US" sz="2400" b="0" i="1" u="none" strike="noStrike">
                <a:solidFill>
                  <a:schemeClr val="dk1"/>
                </a:solidFill>
                <a:effectLst/>
                <a:uFillTx/>
                <a:latin typeface="Times New Roman"/>
              </a:rPr>
              <a:t>Can the problem be compartmentalized?</a:t>
            </a:r>
            <a:endParaRPr lang="en-US" sz="2400" b="0" u="none" strike="noStrike">
              <a:solidFill>
                <a:schemeClr val="dk2"/>
              </a:solidFill>
              <a:effectLst/>
              <a:uFillTx/>
              <a:latin typeface="Times New Roman"/>
            </a:endParaRPr>
          </a:p>
        </p:txBody>
      </p:sp>
      <p:sp>
        <p:nvSpPr>
          <p:cNvPr id="190" name="PlaceHolder 7"/>
          <p:cNvSpPr>
            <a:spLocks noGrp="1"/>
          </p:cNvSpPr>
          <p:nvPr>
            <p:ph hasCustomPrompt="1"/>
          </p:nvPr>
        </p:nvSpPr>
        <p:spPr>
          <a:xfrm>
            <a:off x="343080" y="4497480"/>
            <a:ext cx="8457840" cy="758160"/>
          </a:xfrm>
          <a:prstGeom prst="rect">
            <a:avLst/>
          </a:prstGeom>
          <a:noFill/>
          <a:ln w="0">
            <a:noFill/>
          </a:ln>
        </p:spPr>
        <p:txBody>
          <a:bodyPr lIns="91440" tIns="45720" rIns="91440" bIns="45720" anchor="t">
            <a:noAutofit/>
          </a:bodyPr>
          <a:p>
            <a:pPr marL="517680" indent="0" algn="l" defTabSz="914400">
              <a:lnSpc>
                <a:spcPct val="100000"/>
              </a:lnSpc>
              <a:spcBef>
                <a:spcPts val="1001"/>
              </a:spcBef>
              <a:buNone/>
              <a:tabLst>
                <a:tab pos="0" algn="l"/>
              </a:tabLst>
            </a:pPr>
            <a:r>
              <a:rPr lang="en-US" sz="2200" b="0" u="none" strike="noStrike">
                <a:solidFill>
                  <a:schemeClr val="dk1"/>
                </a:solidFill>
                <a:effectLst/>
                <a:uFillTx/>
                <a:latin typeface="Times New Roman"/>
              </a:rPr>
              <a:t>Is it possible to represent smaller problems that may be easier to understand?</a:t>
            </a:r>
            <a:endParaRPr lang="en-US" sz="2200" b="0" u="none" strike="noStrike">
              <a:solidFill>
                <a:schemeClr val="dk2"/>
              </a:solidFill>
              <a:effectLst/>
              <a:uFillTx/>
              <a:latin typeface="Times New Roman"/>
            </a:endParaRPr>
          </a:p>
        </p:txBody>
      </p:sp>
      <p:sp>
        <p:nvSpPr>
          <p:cNvPr id="191" name="PlaceHolder 8"/>
          <p:cNvSpPr>
            <a:spLocks noGrp="1"/>
          </p:cNvSpPr>
          <p:nvPr>
            <p:ph hasCustomPrompt="1"/>
          </p:nvPr>
        </p:nvSpPr>
        <p:spPr>
          <a:xfrm>
            <a:off x="343080" y="5511600"/>
            <a:ext cx="8457840" cy="486360"/>
          </a:xfrm>
          <a:prstGeom prst="rect">
            <a:avLst/>
          </a:prstGeom>
          <a:noFill/>
          <a:ln w="0">
            <a:noFill/>
          </a:ln>
        </p:spPr>
        <p:txBody>
          <a:bodyPr lIns="91440" tIns="45720" rIns="91440" bIns="45720" anchor="t">
            <a:noAutofit/>
          </a:bodyPr>
          <a:p>
            <a:pPr marL="291600" indent="-291600" algn="l" defTabSz="914400">
              <a:lnSpc>
                <a:spcPct val="100000"/>
              </a:lnSpc>
              <a:spcBef>
                <a:spcPts val="1001"/>
              </a:spcBef>
              <a:buClr>
                <a:srgbClr val="000000"/>
              </a:buClr>
              <a:buFont typeface="Arial"/>
              <a:buChar char="•"/>
              <a:tabLst>
                <a:tab pos="0" algn="l"/>
              </a:tabLst>
            </a:pPr>
            <a:r>
              <a:rPr lang="en-US" sz="2400" b="0" i="1" u="none" strike="noStrike">
                <a:solidFill>
                  <a:schemeClr val="dk1"/>
                </a:solidFill>
                <a:effectLst/>
                <a:uFillTx/>
                <a:latin typeface="Times New Roman"/>
              </a:rPr>
              <a:t>Can the problem be represented graphically?</a:t>
            </a:r>
            <a:endParaRPr lang="en-US" sz="2400" b="0" u="none" strike="noStrike">
              <a:solidFill>
                <a:schemeClr val="dk2"/>
              </a:solidFill>
              <a:effectLst/>
              <a:uFillTx/>
              <a:latin typeface="Times New Roman"/>
            </a:endParaRPr>
          </a:p>
        </p:txBody>
      </p:sp>
      <p:sp>
        <p:nvSpPr>
          <p:cNvPr id="192" name="PlaceHolder 9"/>
          <p:cNvSpPr>
            <a:spLocks noGrp="1"/>
          </p:cNvSpPr>
          <p:nvPr>
            <p:ph hasCustomPrompt="1"/>
          </p:nvPr>
        </p:nvSpPr>
        <p:spPr>
          <a:xfrm>
            <a:off x="343080" y="6072480"/>
            <a:ext cx="6078960" cy="391680"/>
          </a:xfrm>
          <a:prstGeom prst="rect">
            <a:avLst/>
          </a:prstGeom>
          <a:noFill/>
          <a:ln w="0">
            <a:noFill/>
          </a:ln>
        </p:spPr>
        <p:txBody>
          <a:bodyPr lIns="91440" tIns="45720" rIns="91440" bIns="45720" anchor="t">
            <a:noAutofit/>
          </a:bodyPr>
          <a:p>
            <a:pPr marL="517680" indent="0" algn="l" defTabSz="914400">
              <a:lnSpc>
                <a:spcPct val="100000"/>
              </a:lnSpc>
              <a:spcBef>
                <a:spcPts val="1001"/>
              </a:spcBef>
              <a:buNone/>
              <a:tabLst>
                <a:tab pos="0" algn="l"/>
              </a:tabLst>
            </a:pPr>
            <a:r>
              <a:rPr lang="en-US" sz="2200" b="0" u="none" strike="noStrike">
                <a:solidFill>
                  <a:schemeClr val="dk1"/>
                </a:solidFill>
                <a:effectLst/>
                <a:uFillTx/>
                <a:latin typeface="Times New Roman"/>
              </a:rPr>
              <a:t>Can an analysis model be created?</a:t>
            </a:r>
            <a:endParaRPr lang="en-US" sz="2200" b="0" u="none" strike="noStrike">
              <a:solidFill>
                <a:schemeClr val="dk2"/>
              </a:solidFill>
              <a:effectLst/>
              <a:uFillTx/>
              <a:latin typeface="Times New Roman"/>
            </a:endParaRPr>
          </a:p>
        </p:txBody>
      </p:sp>
      <p:sp>
        <p:nvSpPr>
          <p:cNvPr id="11" name="PlaceHolder 10"/>
          <p:cNvSpPr>
            <a:spLocks noGrp="1"/>
          </p:cNvSpPr>
          <p:nvPr>
            <p:ph type="sldNum" idx="11"/>
          </p:nvPr>
        </p:nvSpPr>
        <p:spPr/>
        <p:txBody>
          <a:bodyPr/>
          <a:p>
            <a:fld id="{61C09122-FA45-4495-8E00-7D1C67C2A187}" type="slidenum">
              <a:t>13</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title" hasCustomPrompt="1"/>
          </p:nvPr>
        </p:nvSpPr>
        <p:spPr>
          <a:xfrm>
            <a:off x="343080" y="304920"/>
            <a:ext cx="8457840" cy="678240"/>
          </a:xfrm>
          <a:prstGeom prst="rect">
            <a:avLst/>
          </a:prstGeom>
          <a:noFill/>
          <a:ln w="0">
            <a:noFill/>
          </a:ln>
        </p:spPr>
        <p:txBody>
          <a:bodyPr lIns="91440" tIns="45720" rIns="91440" bIns="45720" anchor="ctr">
            <a:normAutofit/>
          </a:bodyPr>
          <a:p>
            <a:pPr indent="0" algn="l" defTabSz="914400">
              <a:lnSpc>
                <a:spcPct val="90000"/>
              </a:lnSpc>
              <a:buNone/>
            </a:pPr>
            <a:r>
              <a:rPr lang="en-US" sz="4000" b="1" u="none" strike="noStrike">
                <a:solidFill>
                  <a:schemeClr val="dk2"/>
                </a:solidFill>
                <a:effectLst/>
                <a:uFillTx/>
                <a:latin typeface="Times New Roman"/>
              </a:rPr>
              <a:t>Plan a Solution</a:t>
            </a:r>
            <a:endParaRPr lang="en-US" sz="4000" b="1" u="none" strike="noStrike">
              <a:solidFill>
                <a:schemeClr val="dk2"/>
              </a:solidFill>
              <a:effectLst/>
              <a:uFillTx/>
              <a:latin typeface="Times New Roman"/>
            </a:endParaRPr>
          </a:p>
        </p:txBody>
      </p:sp>
      <p:sp>
        <p:nvSpPr>
          <p:cNvPr id="194" name="PlaceHolder 2"/>
          <p:cNvSpPr>
            <a:spLocks noGrp="1"/>
          </p:cNvSpPr>
          <p:nvPr>
            <p:ph hasCustomPrompt="1"/>
          </p:nvPr>
        </p:nvSpPr>
        <p:spPr>
          <a:xfrm>
            <a:off x="343080" y="1276560"/>
            <a:ext cx="8457840" cy="487800"/>
          </a:xfrm>
          <a:prstGeom prst="rect">
            <a:avLst/>
          </a:prstGeom>
          <a:noFill/>
          <a:ln w="0">
            <a:noFill/>
          </a:ln>
        </p:spPr>
        <p:txBody>
          <a:bodyPr lIns="91440" tIns="45720" rIns="91440" bIns="45720" anchor="t">
            <a:normAutofit/>
          </a:bodyPr>
          <a:p>
            <a:pPr marL="291600" indent="-291600" algn="l" defTabSz="914400">
              <a:lnSpc>
                <a:spcPct val="100000"/>
              </a:lnSpc>
              <a:spcBef>
                <a:spcPts val="1001"/>
              </a:spcBef>
              <a:buClr>
                <a:srgbClr val="000000"/>
              </a:buClr>
              <a:buFont typeface="Arial"/>
              <a:buChar char="•"/>
              <a:tabLst>
                <a:tab pos="0" algn="l"/>
              </a:tabLst>
            </a:pPr>
            <a:r>
              <a:rPr lang="en-US" sz="2400" b="0" i="1" u="none" strike="noStrike">
                <a:solidFill>
                  <a:schemeClr val="dk2"/>
                </a:solidFill>
                <a:effectLst/>
                <a:uFillTx/>
                <a:latin typeface="Times New Roman"/>
              </a:rPr>
              <a:t>Have you seen similar problems before?</a:t>
            </a:r>
            <a:endParaRPr lang="en-US" sz="2400" b="0" u="none" strike="noStrike">
              <a:solidFill>
                <a:schemeClr val="dk2"/>
              </a:solidFill>
              <a:effectLst/>
              <a:uFillTx/>
              <a:latin typeface="Times New Roman"/>
            </a:endParaRPr>
          </a:p>
        </p:txBody>
      </p:sp>
      <p:sp>
        <p:nvSpPr>
          <p:cNvPr id="195" name="PlaceHolder 3"/>
          <p:cNvSpPr>
            <a:spLocks noGrp="1"/>
          </p:cNvSpPr>
          <p:nvPr>
            <p:ph hasCustomPrompt="1"/>
          </p:nvPr>
        </p:nvSpPr>
        <p:spPr>
          <a:xfrm>
            <a:off x="343080" y="1839960"/>
            <a:ext cx="8457840" cy="1081080"/>
          </a:xfrm>
          <a:prstGeom prst="rect">
            <a:avLst/>
          </a:prstGeom>
          <a:noFill/>
          <a:ln w="0">
            <a:noFill/>
          </a:ln>
        </p:spPr>
        <p:txBody>
          <a:bodyPr lIns="91440" tIns="45720" rIns="91440" bIns="45720" anchor="t">
            <a:noAutofit/>
          </a:bodyPr>
          <a:p>
            <a:pPr marL="518400" indent="0" algn="l" defTabSz="914400">
              <a:lnSpc>
                <a:spcPct val="100000"/>
              </a:lnSpc>
              <a:spcAft>
                <a:spcPts val="799"/>
              </a:spcAft>
              <a:buNone/>
              <a:tabLst>
                <a:tab pos="0" algn="l"/>
              </a:tabLst>
            </a:pPr>
            <a:r>
              <a:rPr lang="en-US" sz="2200" b="0" u="none" strike="noStrike">
                <a:solidFill>
                  <a:schemeClr val="dk2"/>
                </a:solidFill>
                <a:effectLst/>
                <a:uFillTx/>
                <a:latin typeface="Times New Roman"/>
              </a:rPr>
              <a:t>Are there patterns that are recognizable in a potential solution? Is there existing software that implements the data, functions, and features that are required?</a:t>
            </a:r>
            <a:endParaRPr lang="en-US" sz="2200" b="0" u="none" strike="noStrike">
              <a:solidFill>
                <a:schemeClr val="dk2"/>
              </a:solidFill>
              <a:effectLst/>
              <a:uFillTx/>
              <a:latin typeface="Times New Roman"/>
            </a:endParaRPr>
          </a:p>
        </p:txBody>
      </p:sp>
      <p:sp>
        <p:nvSpPr>
          <p:cNvPr id="196" name="PlaceHolder 4"/>
          <p:cNvSpPr>
            <a:spLocks noGrp="1"/>
          </p:cNvSpPr>
          <p:nvPr>
            <p:ph hasCustomPrompt="1"/>
          </p:nvPr>
        </p:nvSpPr>
        <p:spPr>
          <a:xfrm>
            <a:off x="343080" y="3070800"/>
            <a:ext cx="8457840" cy="470880"/>
          </a:xfrm>
          <a:prstGeom prst="rect">
            <a:avLst/>
          </a:prstGeom>
          <a:noFill/>
          <a:ln w="0">
            <a:noFill/>
          </a:ln>
        </p:spPr>
        <p:txBody>
          <a:bodyPr lIns="91440" tIns="45720" rIns="91440" bIns="45720" anchor="t">
            <a:normAutofit/>
          </a:bodyPr>
          <a:p>
            <a:pPr marL="291600" indent="-291600" algn="l" defTabSz="914400">
              <a:lnSpc>
                <a:spcPct val="100000"/>
              </a:lnSpc>
              <a:spcBef>
                <a:spcPts val="1001"/>
              </a:spcBef>
              <a:buClr>
                <a:srgbClr val="000000"/>
              </a:buClr>
              <a:buFont typeface="Arial"/>
              <a:buChar char="•"/>
              <a:tabLst>
                <a:tab pos="0" algn="l"/>
              </a:tabLst>
            </a:pPr>
            <a:r>
              <a:rPr lang="en-US" sz="2400" b="0" i="1" u="none" strike="noStrike">
                <a:solidFill>
                  <a:schemeClr val="dk2"/>
                </a:solidFill>
                <a:effectLst/>
                <a:uFillTx/>
                <a:latin typeface="Times New Roman"/>
              </a:rPr>
              <a:t>Has a similar problem been solved?</a:t>
            </a:r>
            <a:endParaRPr lang="en-US" sz="2400" b="0" u="none" strike="noStrike">
              <a:solidFill>
                <a:schemeClr val="dk2"/>
              </a:solidFill>
              <a:effectLst/>
              <a:uFillTx/>
              <a:latin typeface="Times New Roman"/>
            </a:endParaRPr>
          </a:p>
        </p:txBody>
      </p:sp>
      <p:sp>
        <p:nvSpPr>
          <p:cNvPr id="197" name="PlaceHolder 5"/>
          <p:cNvSpPr>
            <a:spLocks noGrp="1"/>
          </p:cNvSpPr>
          <p:nvPr>
            <p:ph hasCustomPrompt="1"/>
          </p:nvPr>
        </p:nvSpPr>
        <p:spPr>
          <a:xfrm>
            <a:off x="343080" y="3573720"/>
            <a:ext cx="8457840" cy="454320"/>
          </a:xfrm>
          <a:prstGeom prst="rect">
            <a:avLst/>
          </a:prstGeom>
          <a:noFill/>
          <a:ln w="0">
            <a:noFill/>
          </a:ln>
        </p:spPr>
        <p:txBody>
          <a:bodyPr lIns="91440" tIns="45720" rIns="91440" bIns="45720" anchor="t">
            <a:normAutofit/>
          </a:bodyPr>
          <a:p>
            <a:pPr marL="518400" indent="0" algn="l" defTabSz="914400">
              <a:lnSpc>
                <a:spcPct val="100000"/>
              </a:lnSpc>
              <a:spcBef>
                <a:spcPts val="1001"/>
              </a:spcBef>
              <a:buNone/>
              <a:tabLst>
                <a:tab pos="0" algn="l"/>
              </a:tabLst>
            </a:pPr>
            <a:r>
              <a:rPr lang="en-US" sz="2200" b="0" u="none" strike="noStrike">
                <a:solidFill>
                  <a:schemeClr val="dk2"/>
                </a:solidFill>
                <a:effectLst/>
                <a:uFillTx/>
                <a:latin typeface="Times New Roman"/>
              </a:rPr>
              <a:t>If so, are elements of the solution reusable?</a:t>
            </a:r>
            <a:endParaRPr lang="en-US" sz="2200" b="0" u="none" strike="noStrike">
              <a:solidFill>
                <a:schemeClr val="dk2"/>
              </a:solidFill>
              <a:effectLst/>
              <a:uFillTx/>
              <a:latin typeface="Times New Roman"/>
            </a:endParaRPr>
          </a:p>
        </p:txBody>
      </p:sp>
      <p:sp>
        <p:nvSpPr>
          <p:cNvPr id="198" name="PlaceHolder 6"/>
          <p:cNvSpPr>
            <a:spLocks noGrp="1"/>
          </p:cNvSpPr>
          <p:nvPr>
            <p:ph hasCustomPrompt="1"/>
          </p:nvPr>
        </p:nvSpPr>
        <p:spPr>
          <a:xfrm>
            <a:off x="343080" y="4167000"/>
            <a:ext cx="4611600" cy="454320"/>
          </a:xfrm>
          <a:prstGeom prst="rect">
            <a:avLst/>
          </a:prstGeom>
          <a:noFill/>
          <a:ln w="0">
            <a:noFill/>
          </a:ln>
        </p:spPr>
        <p:txBody>
          <a:bodyPr lIns="91440" tIns="45720" rIns="91440" bIns="45720" anchor="t">
            <a:noAutofit/>
          </a:bodyPr>
          <a:p>
            <a:pPr marL="291600" indent="-291600" algn="l" defTabSz="914400">
              <a:lnSpc>
                <a:spcPct val="100000"/>
              </a:lnSpc>
              <a:spcBef>
                <a:spcPts val="1001"/>
              </a:spcBef>
              <a:buClr>
                <a:srgbClr val="000000"/>
              </a:buClr>
              <a:buFont typeface="Arial"/>
              <a:buChar char="•"/>
              <a:tabLst>
                <a:tab pos="0" algn="l"/>
              </a:tabLst>
            </a:pPr>
            <a:r>
              <a:rPr lang="en-US" sz="2400" b="0" i="1" u="none" strike="noStrike">
                <a:solidFill>
                  <a:schemeClr val="dk2"/>
                </a:solidFill>
                <a:effectLst/>
                <a:uFillTx/>
                <a:latin typeface="Times New Roman"/>
              </a:rPr>
              <a:t>Can subproblems be defined?</a:t>
            </a:r>
            <a:endParaRPr lang="en-US" sz="2400" b="0" u="none" strike="noStrike">
              <a:solidFill>
                <a:schemeClr val="dk2"/>
              </a:solidFill>
              <a:effectLst/>
              <a:uFillTx/>
              <a:latin typeface="Times New Roman"/>
            </a:endParaRPr>
          </a:p>
        </p:txBody>
      </p:sp>
      <p:sp>
        <p:nvSpPr>
          <p:cNvPr id="199" name="PlaceHolder 7"/>
          <p:cNvSpPr>
            <a:spLocks noGrp="1"/>
          </p:cNvSpPr>
          <p:nvPr>
            <p:ph hasCustomPrompt="1"/>
          </p:nvPr>
        </p:nvSpPr>
        <p:spPr>
          <a:xfrm>
            <a:off x="343080" y="4674960"/>
            <a:ext cx="8457840" cy="454320"/>
          </a:xfrm>
          <a:prstGeom prst="rect">
            <a:avLst/>
          </a:prstGeom>
          <a:noFill/>
          <a:ln w="0">
            <a:noFill/>
          </a:ln>
        </p:spPr>
        <p:txBody>
          <a:bodyPr lIns="91440" tIns="45720" rIns="91440" bIns="45720" anchor="t">
            <a:normAutofit/>
          </a:bodyPr>
          <a:p>
            <a:pPr marL="518400" indent="0" algn="l" defTabSz="914400">
              <a:lnSpc>
                <a:spcPct val="100000"/>
              </a:lnSpc>
              <a:spcAft>
                <a:spcPts val="799"/>
              </a:spcAft>
              <a:buNone/>
              <a:tabLst>
                <a:tab pos="0" algn="l"/>
              </a:tabLst>
            </a:pPr>
            <a:r>
              <a:rPr lang="en-US" sz="2200" b="0" u="none" strike="noStrike">
                <a:solidFill>
                  <a:schemeClr val="dk2"/>
                </a:solidFill>
                <a:effectLst/>
                <a:uFillTx/>
                <a:latin typeface="Times New Roman"/>
              </a:rPr>
              <a:t>If so, are solutions readily apparent for the subproblems?</a:t>
            </a:r>
            <a:endParaRPr lang="en-US" sz="2200" b="0" u="none" strike="noStrike">
              <a:solidFill>
                <a:schemeClr val="dk2"/>
              </a:solidFill>
              <a:effectLst/>
              <a:uFillTx/>
              <a:latin typeface="Times New Roman"/>
            </a:endParaRPr>
          </a:p>
        </p:txBody>
      </p:sp>
      <p:sp>
        <p:nvSpPr>
          <p:cNvPr id="200" name="PlaceHolder 8"/>
          <p:cNvSpPr>
            <a:spLocks noGrp="1"/>
          </p:cNvSpPr>
          <p:nvPr>
            <p:ph hasCustomPrompt="1"/>
          </p:nvPr>
        </p:nvSpPr>
        <p:spPr>
          <a:xfrm>
            <a:off x="343080" y="5193720"/>
            <a:ext cx="8457840" cy="804240"/>
          </a:xfrm>
          <a:prstGeom prst="rect">
            <a:avLst/>
          </a:prstGeom>
          <a:noFill/>
          <a:ln w="0">
            <a:noFill/>
          </a:ln>
        </p:spPr>
        <p:txBody>
          <a:bodyPr lIns="91440" tIns="45720" rIns="91440" bIns="45720" anchor="t">
            <a:noAutofit/>
          </a:bodyPr>
          <a:p>
            <a:pPr marL="291600" indent="-291600" algn="l" defTabSz="914400">
              <a:lnSpc>
                <a:spcPct val="100000"/>
              </a:lnSpc>
              <a:spcBef>
                <a:spcPts val="1001"/>
              </a:spcBef>
              <a:buClr>
                <a:srgbClr val="000000"/>
              </a:buClr>
              <a:buFont typeface="Arial"/>
              <a:buChar char="•"/>
              <a:tabLst>
                <a:tab pos="0" algn="l"/>
              </a:tabLst>
            </a:pPr>
            <a:r>
              <a:rPr lang="en-US" sz="2400" b="0" i="1" u="none" strike="noStrike">
                <a:solidFill>
                  <a:schemeClr val="dk2"/>
                </a:solidFill>
                <a:effectLst/>
                <a:uFillTx/>
                <a:latin typeface="Times New Roman"/>
              </a:rPr>
              <a:t>Can you represent a solution in a manner that leads to effective implementation?</a:t>
            </a:r>
            <a:endParaRPr lang="en-US" sz="2400" b="0" u="none" strike="noStrike">
              <a:solidFill>
                <a:schemeClr val="dk2"/>
              </a:solidFill>
              <a:effectLst/>
              <a:uFillTx/>
              <a:latin typeface="Times New Roman"/>
            </a:endParaRPr>
          </a:p>
        </p:txBody>
      </p:sp>
      <p:sp>
        <p:nvSpPr>
          <p:cNvPr id="201" name="PlaceHolder 9"/>
          <p:cNvSpPr>
            <a:spLocks noGrp="1"/>
          </p:cNvSpPr>
          <p:nvPr>
            <p:ph hasCustomPrompt="1"/>
          </p:nvPr>
        </p:nvSpPr>
        <p:spPr>
          <a:xfrm>
            <a:off x="343080" y="6072480"/>
            <a:ext cx="6546600" cy="480240"/>
          </a:xfrm>
          <a:prstGeom prst="rect">
            <a:avLst/>
          </a:prstGeom>
          <a:noFill/>
          <a:ln w="0">
            <a:noFill/>
          </a:ln>
        </p:spPr>
        <p:txBody>
          <a:bodyPr lIns="91440" tIns="45720" rIns="91440" bIns="45720" anchor="t">
            <a:noAutofit/>
          </a:bodyPr>
          <a:p>
            <a:pPr marL="518400" indent="0" algn="l" defTabSz="914400">
              <a:lnSpc>
                <a:spcPct val="100000"/>
              </a:lnSpc>
              <a:spcAft>
                <a:spcPts val="799"/>
              </a:spcAft>
              <a:buNone/>
              <a:tabLst>
                <a:tab pos="0" algn="l"/>
              </a:tabLst>
            </a:pPr>
            <a:r>
              <a:rPr lang="en-US" sz="2200" b="0" u="none" strike="noStrike">
                <a:solidFill>
                  <a:schemeClr val="dk2"/>
                </a:solidFill>
                <a:effectLst/>
                <a:uFillTx/>
                <a:latin typeface="Times New Roman"/>
              </a:rPr>
              <a:t>Can a design model be created?</a:t>
            </a:r>
            <a:endParaRPr lang="en-US" sz="2200" b="0" u="none" strike="noStrike">
              <a:solidFill>
                <a:schemeClr val="dk2"/>
              </a:solidFill>
              <a:effectLst/>
              <a:uFillTx/>
              <a:latin typeface="Times New Roman"/>
            </a:endParaRPr>
          </a:p>
        </p:txBody>
      </p:sp>
      <p:sp>
        <p:nvSpPr>
          <p:cNvPr id="11" name="PlaceHolder 10"/>
          <p:cNvSpPr>
            <a:spLocks noGrp="1"/>
          </p:cNvSpPr>
          <p:nvPr>
            <p:ph type="sldNum" idx="11"/>
          </p:nvPr>
        </p:nvSpPr>
        <p:spPr/>
        <p:txBody>
          <a:bodyPr/>
          <a:p>
            <a:fld id="{5C708712-501D-4E41-8D3D-D25B9E19568A}" type="slidenum">
              <a:t>14</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title" hasCustomPrompt="1"/>
          </p:nvPr>
        </p:nvSpPr>
        <p:spPr>
          <a:xfrm>
            <a:off x="343080" y="304920"/>
            <a:ext cx="8457840" cy="678240"/>
          </a:xfrm>
          <a:prstGeom prst="rect">
            <a:avLst/>
          </a:prstGeom>
          <a:noFill/>
          <a:ln w="0">
            <a:noFill/>
          </a:ln>
        </p:spPr>
        <p:txBody>
          <a:bodyPr lIns="91440" tIns="45720" rIns="91440" bIns="45720" anchor="ctr">
            <a:normAutofit/>
          </a:bodyPr>
          <a:p>
            <a:pPr indent="0" algn="l" defTabSz="914400">
              <a:lnSpc>
                <a:spcPct val="90000"/>
              </a:lnSpc>
              <a:buNone/>
            </a:pPr>
            <a:r>
              <a:rPr lang="en-US" sz="4000" b="1" u="none" strike="noStrike">
                <a:solidFill>
                  <a:schemeClr val="dk2"/>
                </a:solidFill>
                <a:effectLst/>
                <a:uFillTx/>
                <a:latin typeface="Times New Roman"/>
              </a:rPr>
              <a:t>Carryout the Plan</a:t>
            </a:r>
            <a:endParaRPr lang="en-US" sz="4000" b="1" u="none" strike="noStrike">
              <a:solidFill>
                <a:schemeClr val="dk2"/>
              </a:solidFill>
              <a:effectLst/>
              <a:uFillTx/>
              <a:latin typeface="Times New Roman"/>
            </a:endParaRPr>
          </a:p>
        </p:txBody>
      </p:sp>
      <p:sp>
        <p:nvSpPr>
          <p:cNvPr id="203" name="PlaceHolder 2"/>
          <p:cNvSpPr>
            <a:spLocks noGrp="1"/>
          </p:cNvSpPr>
          <p:nvPr>
            <p:ph hasCustomPrompt="1"/>
          </p:nvPr>
        </p:nvSpPr>
        <p:spPr>
          <a:xfrm>
            <a:off x="343080" y="1276560"/>
            <a:ext cx="8457840" cy="474480"/>
          </a:xfrm>
          <a:prstGeom prst="rect">
            <a:avLst/>
          </a:prstGeom>
          <a:noFill/>
          <a:ln w="0">
            <a:noFill/>
          </a:ln>
        </p:spPr>
        <p:txBody>
          <a:bodyPr lIns="91440" tIns="45720" rIns="91440" bIns="45720" anchor="t">
            <a:noAutofit/>
          </a:bodyPr>
          <a:p>
            <a:pPr marL="291600" indent="-291600" algn="l" defTabSz="914400">
              <a:lnSpc>
                <a:spcPct val="100000"/>
              </a:lnSpc>
              <a:spcBef>
                <a:spcPts val="1001"/>
              </a:spcBef>
              <a:buClr>
                <a:srgbClr val="000000"/>
              </a:buClr>
              <a:buFont typeface="Arial"/>
              <a:buChar char="•"/>
              <a:tabLst>
                <a:tab pos="0" algn="l"/>
              </a:tabLst>
            </a:pPr>
            <a:r>
              <a:rPr lang="en-US" sz="2400" b="0" i="1" u="none" strike="noStrike">
                <a:solidFill>
                  <a:schemeClr val="dk1"/>
                </a:solidFill>
                <a:effectLst/>
                <a:uFillTx/>
                <a:latin typeface="Times New Roman"/>
              </a:rPr>
              <a:t>Does the solution conform to the plan?</a:t>
            </a:r>
            <a:endParaRPr lang="en-US" sz="2400" b="0" u="none" strike="noStrike">
              <a:solidFill>
                <a:schemeClr val="dk1">
                  <a:lumMod val="65000"/>
                  <a:lumOff val="35000"/>
                </a:schemeClr>
              </a:solidFill>
              <a:effectLst/>
              <a:uFillTx/>
              <a:latin typeface="Times New Roman"/>
            </a:endParaRPr>
          </a:p>
        </p:txBody>
      </p:sp>
      <p:sp>
        <p:nvSpPr>
          <p:cNvPr id="204" name="PlaceHolder 3"/>
          <p:cNvSpPr>
            <a:spLocks noGrp="1"/>
          </p:cNvSpPr>
          <p:nvPr>
            <p:ph hasCustomPrompt="1"/>
          </p:nvPr>
        </p:nvSpPr>
        <p:spPr>
          <a:xfrm>
            <a:off x="343080" y="1816560"/>
            <a:ext cx="8457840" cy="474480"/>
          </a:xfrm>
          <a:prstGeom prst="rect">
            <a:avLst/>
          </a:prstGeom>
          <a:noFill/>
          <a:ln w="0">
            <a:noFill/>
          </a:ln>
        </p:spPr>
        <p:txBody>
          <a:bodyPr lIns="91440" tIns="45720" rIns="91440" bIns="45720" anchor="t">
            <a:normAutofit/>
          </a:bodyPr>
          <a:p>
            <a:pPr marL="517680" indent="0" algn="l" defTabSz="914400">
              <a:lnSpc>
                <a:spcPct val="100000"/>
              </a:lnSpc>
              <a:spcBef>
                <a:spcPts val="1001"/>
              </a:spcBef>
              <a:buNone/>
              <a:tabLst>
                <a:tab pos="0" algn="l"/>
              </a:tabLst>
            </a:pPr>
            <a:r>
              <a:rPr lang="en-US" sz="2200" b="0" u="none" strike="noStrike">
                <a:solidFill>
                  <a:schemeClr val="dk1"/>
                </a:solidFill>
                <a:effectLst/>
                <a:uFillTx/>
                <a:latin typeface="Times New Roman"/>
              </a:rPr>
              <a:t>Is source code traceable to the design model?</a:t>
            </a:r>
            <a:endParaRPr lang="en-US" sz="2200" b="0" u="none" strike="noStrike">
              <a:solidFill>
                <a:schemeClr val="dk1">
                  <a:lumMod val="65000"/>
                  <a:lumOff val="35000"/>
                </a:schemeClr>
              </a:solidFill>
              <a:effectLst/>
              <a:uFillTx/>
              <a:latin typeface="Times New Roman"/>
            </a:endParaRPr>
          </a:p>
        </p:txBody>
      </p:sp>
      <p:sp>
        <p:nvSpPr>
          <p:cNvPr id="205" name="PlaceHolder 4"/>
          <p:cNvSpPr>
            <a:spLocks noGrp="1"/>
          </p:cNvSpPr>
          <p:nvPr>
            <p:ph hasCustomPrompt="1"/>
          </p:nvPr>
        </p:nvSpPr>
        <p:spPr>
          <a:xfrm>
            <a:off x="343080" y="2631960"/>
            <a:ext cx="8457840" cy="474480"/>
          </a:xfrm>
          <a:prstGeom prst="rect">
            <a:avLst/>
          </a:prstGeom>
          <a:noFill/>
          <a:ln w="0">
            <a:noFill/>
          </a:ln>
        </p:spPr>
        <p:txBody>
          <a:bodyPr lIns="91440" tIns="45720" rIns="91440" bIns="45720" anchor="t">
            <a:normAutofit/>
          </a:bodyPr>
          <a:p>
            <a:pPr marL="291600" indent="-291600" algn="l" defTabSz="914400">
              <a:lnSpc>
                <a:spcPct val="100000"/>
              </a:lnSpc>
              <a:spcBef>
                <a:spcPts val="1001"/>
              </a:spcBef>
              <a:buClr>
                <a:srgbClr val="000000"/>
              </a:buClr>
              <a:buFont typeface="Arial"/>
              <a:buChar char="•"/>
              <a:tabLst>
                <a:tab pos="0" algn="l"/>
              </a:tabLst>
            </a:pPr>
            <a:r>
              <a:rPr lang="en-US" sz="2400" b="0" i="1" u="none" strike="noStrike">
                <a:solidFill>
                  <a:schemeClr val="dk1"/>
                </a:solidFill>
                <a:effectLst/>
                <a:uFillTx/>
                <a:latin typeface="Times New Roman"/>
              </a:rPr>
              <a:t>Is each component part of the solution provably correct?</a:t>
            </a:r>
            <a:endParaRPr lang="en-US" sz="2400" b="0" u="none" strike="noStrike">
              <a:solidFill>
                <a:schemeClr val="dk1">
                  <a:lumMod val="65000"/>
                  <a:lumOff val="35000"/>
                </a:schemeClr>
              </a:solidFill>
              <a:effectLst/>
              <a:uFillTx/>
              <a:latin typeface="Times New Roman"/>
            </a:endParaRPr>
          </a:p>
        </p:txBody>
      </p:sp>
      <p:sp>
        <p:nvSpPr>
          <p:cNvPr id="206" name="PlaceHolder 5"/>
          <p:cNvSpPr>
            <a:spLocks noGrp="1"/>
          </p:cNvSpPr>
          <p:nvPr>
            <p:ph hasCustomPrompt="1"/>
          </p:nvPr>
        </p:nvSpPr>
        <p:spPr>
          <a:xfrm>
            <a:off x="343080" y="3198600"/>
            <a:ext cx="8457840" cy="762840"/>
          </a:xfrm>
          <a:prstGeom prst="rect">
            <a:avLst/>
          </a:prstGeom>
          <a:noFill/>
          <a:ln w="0">
            <a:noFill/>
          </a:ln>
        </p:spPr>
        <p:txBody>
          <a:bodyPr lIns="91440" tIns="45720" rIns="91440" bIns="45720" anchor="t">
            <a:normAutofit/>
          </a:bodyPr>
          <a:p>
            <a:pPr marL="517680" indent="0" algn="l" defTabSz="914400">
              <a:lnSpc>
                <a:spcPct val="100000"/>
              </a:lnSpc>
              <a:spcBef>
                <a:spcPts val="1001"/>
              </a:spcBef>
              <a:buNone/>
              <a:tabLst>
                <a:tab pos="0" algn="l"/>
              </a:tabLst>
            </a:pPr>
            <a:r>
              <a:rPr lang="en-US" sz="2200" b="0" u="none" strike="noStrike">
                <a:solidFill>
                  <a:schemeClr val="dk1"/>
                </a:solidFill>
                <a:effectLst/>
                <a:uFillTx/>
                <a:latin typeface="Times New Roman"/>
              </a:rPr>
              <a:t>Has the design and code been reviewed, or better, have correctness proofs been applied to algorithm?</a:t>
            </a:r>
            <a:endParaRPr lang="en-US" sz="2200" b="0" u="none" strike="noStrike">
              <a:solidFill>
                <a:schemeClr val="dk1">
                  <a:lumMod val="65000"/>
                  <a:lumOff val="35000"/>
                </a:schemeClr>
              </a:solidFill>
              <a:effectLst/>
              <a:uFillTx/>
              <a:latin typeface="Times New Roman"/>
            </a:endParaRPr>
          </a:p>
        </p:txBody>
      </p:sp>
      <p:sp>
        <p:nvSpPr>
          <p:cNvPr id="7" name="PlaceHolder 6"/>
          <p:cNvSpPr>
            <a:spLocks noGrp="1"/>
          </p:cNvSpPr>
          <p:nvPr>
            <p:ph type="sldNum" idx="10"/>
          </p:nvPr>
        </p:nvSpPr>
        <p:spPr/>
        <p:txBody>
          <a:bodyPr/>
          <a:p>
            <a:fld id="{A34C1AD5-089C-4725-8209-38ED6B484D08}" type="slidenum">
              <a:t>15</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PlaceHolder 1"/>
          <p:cNvSpPr>
            <a:spLocks noGrp="1"/>
          </p:cNvSpPr>
          <p:nvPr>
            <p:ph type="title" hasCustomPrompt="1"/>
          </p:nvPr>
        </p:nvSpPr>
        <p:spPr>
          <a:xfrm>
            <a:off x="343080" y="304920"/>
            <a:ext cx="8457840" cy="678240"/>
          </a:xfrm>
          <a:prstGeom prst="rect">
            <a:avLst/>
          </a:prstGeom>
          <a:noFill/>
          <a:ln w="0">
            <a:noFill/>
          </a:ln>
        </p:spPr>
        <p:txBody>
          <a:bodyPr lIns="91440" tIns="45720" rIns="91440" bIns="45720" anchor="ctr">
            <a:normAutofit/>
          </a:bodyPr>
          <a:p>
            <a:pPr indent="0" algn="l" defTabSz="914400">
              <a:lnSpc>
                <a:spcPct val="90000"/>
              </a:lnSpc>
              <a:buNone/>
            </a:pPr>
            <a:r>
              <a:rPr lang="en-US" sz="4000" b="1" u="none" strike="noStrike">
                <a:solidFill>
                  <a:schemeClr val="dk2"/>
                </a:solidFill>
                <a:effectLst/>
                <a:uFillTx/>
                <a:latin typeface="Times New Roman"/>
              </a:rPr>
              <a:t>Examine the Result</a:t>
            </a:r>
            <a:endParaRPr lang="en-US" sz="4000" b="1" u="none" strike="noStrike">
              <a:solidFill>
                <a:schemeClr val="dk2"/>
              </a:solidFill>
              <a:effectLst/>
              <a:uFillTx/>
              <a:latin typeface="Times New Roman"/>
            </a:endParaRPr>
          </a:p>
        </p:txBody>
      </p:sp>
      <p:sp>
        <p:nvSpPr>
          <p:cNvPr id="208" name="PlaceHolder 2"/>
          <p:cNvSpPr>
            <a:spLocks noGrp="1"/>
          </p:cNvSpPr>
          <p:nvPr>
            <p:ph hasCustomPrompt="1"/>
          </p:nvPr>
        </p:nvSpPr>
        <p:spPr>
          <a:xfrm>
            <a:off x="343080" y="1276560"/>
            <a:ext cx="8457840" cy="519840"/>
          </a:xfrm>
          <a:prstGeom prst="rect">
            <a:avLst/>
          </a:prstGeom>
          <a:noFill/>
          <a:ln w="0">
            <a:noFill/>
          </a:ln>
        </p:spPr>
        <p:txBody>
          <a:bodyPr lIns="91440" tIns="45720" rIns="91440" bIns="45720" anchor="t">
            <a:noAutofit/>
          </a:bodyPr>
          <a:p>
            <a:pPr marL="291600" indent="-291600" algn="l" defTabSz="914400">
              <a:lnSpc>
                <a:spcPct val="100000"/>
              </a:lnSpc>
              <a:spcBef>
                <a:spcPts val="1001"/>
              </a:spcBef>
              <a:buClr>
                <a:srgbClr val="000000"/>
              </a:buClr>
              <a:buFont typeface="Arial"/>
              <a:buChar char="•"/>
              <a:tabLst>
                <a:tab pos="0" algn="l"/>
              </a:tabLst>
            </a:pPr>
            <a:r>
              <a:rPr lang="en-US" sz="2400" b="0" i="1" u="none" strike="noStrike">
                <a:solidFill>
                  <a:schemeClr val="dk1"/>
                </a:solidFill>
                <a:effectLst/>
                <a:uFillTx/>
                <a:latin typeface="Times New Roman"/>
              </a:rPr>
              <a:t>Is it possible to test each component part of the solution?</a:t>
            </a:r>
            <a:endParaRPr lang="en-US" sz="2400" b="0" u="none" strike="noStrike">
              <a:solidFill>
                <a:schemeClr val="dk1">
                  <a:lumMod val="65000"/>
                  <a:lumOff val="35000"/>
                </a:schemeClr>
              </a:solidFill>
              <a:effectLst/>
              <a:uFillTx/>
              <a:latin typeface="Times New Roman"/>
            </a:endParaRPr>
          </a:p>
        </p:txBody>
      </p:sp>
      <p:sp>
        <p:nvSpPr>
          <p:cNvPr id="209" name="PlaceHolder 3"/>
          <p:cNvSpPr>
            <a:spLocks noGrp="1"/>
          </p:cNvSpPr>
          <p:nvPr>
            <p:ph hasCustomPrompt="1"/>
          </p:nvPr>
        </p:nvSpPr>
        <p:spPr>
          <a:xfrm>
            <a:off x="343080" y="1848600"/>
            <a:ext cx="8457840" cy="474480"/>
          </a:xfrm>
          <a:prstGeom prst="rect">
            <a:avLst/>
          </a:prstGeom>
          <a:noFill/>
          <a:ln w="0">
            <a:noFill/>
          </a:ln>
        </p:spPr>
        <p:txBody>
          <a:bodyPr lIns="91440" tIns="45720" rIns="91440" bIns="45720" anchor="t">
            <a:normAutofit/>
          </a:bodyPr>
          <a:p>
            <a:pPr marL="517680" indent="0" algn="l" defTabSz="914400">
              <a:lnSpc>
                <a:spcPct val="100000"/>
              </a:lnSpc>
              <a:spcBef>
                <a:spcPts val="1001"/>
              </a:spcBef>
              <a:buNone/>
              <a:tabLst>
                <a:tab pos="0" algn="l"/>
              </a:tabLst>
            </a:pPr>
            <a:r>
              <a:rPr lang="en-US" sz="2200" b="0" u="none" strike="noStrike">
                <a:solidFill>
                  <a:schemeClr val="dk1"/>
                </a:solidFill>
                <a:effectLst/>
                <a:uFillTx/>
                <a:latin typeface="Times New Roman"/>
              </a:rPr>
              <a:t>Has a reasonable testing strategy been implemented?</a:t>
            </a:r>
            <a:endParaRPr lang="en-US" sz="2200" b="0" u="none" strike="noStrike">
              <a:solidFill>
                <a:schemeClr val="dk1">
                  <a:lumMod val="65000"/>
                  <a:lumOff val="35000"/>
                </a:schemeClr>
              </a:solidFill>
              <a:effectLst/>
              <a:uFillTx/>
              <a:latin typeface="Times New Roman"/>
            </a:endParaRPr>
          </a:p>
        </p:txBody>
      </p:sp>
      <p:sp>
        <p:nvSpPr>
          <p:cNvPr id="210" name="PlaceHolder 4"/>
          <p:cNvSpPr>
            <a:spLocks noGrp="1"/>
          </p:cNvSpPr>
          <p:nvPr>
            <p:ph hasCustomPrompt="1"/>
          </p:nvPr>
        </p:nvSpPr>
        <p:spPr>
          <a:xfrm>
            <a:off x="343080" y="2631960"/>
            <a:ext cx="8457840" cy="871200"/>
          </a:xfrm>
          <a:prstGeom prst="rect">
            <a:avLst/>
          </a:prstGeom>
          <a:noFill/>
          <a:ln w="0">
            <a:noFill/>
          </a:ln>
        </p:spPr>
        <p:txBody>
          <a:bodyPr lIns="91440" tIns="45720" rIns="91440" bIns="45720" anchor="t">
            <a:normAutofit/>
          </a:bodyPr>
          <a:p>
            <a:pPr marL="291600" indent="-291600" algn="l" defTabSz="914400">
              <a:lnSpc>
                <a:spcPct val="100000"/>
              </a:lnSpc>
              <a:spcBef>
                <a:spcPts val="1001"/>
              </a:spcBef>
              <a:buClr>
                <a:srgbClr val="000000"/>
              </a:buClr>
              <a:buFont typeface="Arial"/>
              <a:buChar char="•"/>
              <a:tabLst>
                <a:tab pos="0" algn="l"/>
              </a:tabLst>
            </a:pPr>
            <a:r>
              <a:rPr lang="en-US" sz="2400" b="0" i="1" u="none" strike="noStrike">
                <a:solidFill>
                  <a:schemeClr val="dk1"/>
                </a:solidFill>
                <a:effectLst/>
                <a:uFillTx/>
                <a:latin typeface="Times New Roman"/>
              </a:rPr>
              <a:t>Does the solution produce results, that conform to the data, functions, and features that are required? </a:t>
            </a:r>
            <a:endParaRPr lang="en-US" sz="2400" b="0" u="none" strike="noStrike">
              <a:solidFill>
                <a:schemeClr val="dk1">
                  <a:lumMod val="65000"/>
                  <a:lumOff val="35000"/>
                </a:schemeClr>
              </a:solidFill>
              <a:effectLst/>
              <a:uFillTx/>
              <a:latin typeface="Times New Roman"/>
            </a:endParaRPr>
          </a:p>
        </p:txBody>
      </p:sp>
      <p:sp>
        <p:nvSpPr>
          <p:cNvPr id="211" name="PlaceHolder 5"/>
          <p:cNvSpPr>
            <a:spLocks noGrp="1"/>
          </p:cNvSpPr>
          <p:nvPr>
            <p:ph hasCustomPrompt="1"/>
          </p:nvPr>
        </p:nvSpPr>
        <p:spPr>
          <a:xfrm>
            <a:off x="329760" y="3574800"/>
            <a:ext cx="8471160" cy="762840"/>
          </a:xfrm>
          <a:prstGeom prst="rect">
            <a:avLst/>
          </a:prstGeom>
          <a:noFill/>
          <a:ln w="0">
            <a:noFill/>
          </a:ln>
        </p:spPr>
        <p:txBody>
          <a:bodyPr lIns="91440" tIns="45720" rIns="91440" bIns="45720" anchor="t">
            <a:normAutofit/>
          </a:bodyPr>
          <a:p>
            <a:pPr marL="518400" indent="0" algn="l" defTabSz="914400">
              <a:lnSpc>
                <a:spcPct val="100000"/>
              </a:lnSpc>
              <a:spcAft>
                <a:spcPts val="799"/>
              </a:spcAft>
              <a:buNone/>
              <a:tabLst>
                <a:tab pos="0" algn="l"/>
              </a:tabLst>
            </a:pPr>
            <a:r>
              <a:rPr lang="en-US" sz="2200" b="0" u="none" strike="noStrike">
                <a:solidFill>
                  <a:schemeClr val="dk1"/>
                </a:solidFill>
                <a:effectLst/>
                <a:uFillTx/>
                <a:latin typeface="Times New Roman"/>
              </a:rPr>
              <a:t>Has the software been validated against all stakeholder requirements?</a:t>
            </a:r>
            <a:endParaRPr lang="en-US" sz="2200" b="0" u="none" strike="noStrike">
              <a:solidFill>
                <a:schemeClr val="dk1">
                  <a:lumMod val="65000"/>
                  <a:lumOff val="35000"/>
                </a:schemeClr>
              </a:solidFill>
              <a:effectLst/>
              <a:uFillTx/>
              <a:latin typeface="Times New Roman"/>
            </a:endParaRPr>
          </a:p>
        </p:txBody>
      </p:sp>
      <p:sp>
        <p:nvSpPr>
          <p:cNvPr id="7" name="PlaceHolder 6"/>
          <p:cNvSpPr>
            <a:spLocks noGrp="1"/>
          </p:cNvSpPr>
          <p:nvPr>
            <p:ph type="sldNum" idx="10"/>
          </p:nvPr>
        </p:nvSpPr>
        <p:spPr/>
        <p:txBody>
          <a:bodyPr/>
          <a:p>
            <a:fld id="{02DF1D16-21CD-4FD3-B607-8A429B31500D}" type="slidenum">
              <a:t>16</a:t>
            </a:fld>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title" hasCustomPrompt="1"/>
          </p:nvPr>
        </p:nvSpPr>
        <p:spPr>
          <a:xfrm>
            <a:off x="343080" y="304920"/>
            <a:ext cx="8457840" cy="678240"/>
          </a:xfrm>
          <a:prstGeom prst="rect">
            <a:avLst/>
          </a:prstGeom>
          <a:noFill/>
          <a:ln w="0">
            <a:noFill/>
          </a:ln>
        </p:spPr>
        <p:txBody>
          <a:bodyPr lIns="91440" tIns="45720" rIns="91440" bIns="45720" anchor="ctr">
            <a:normAutofit/>
          </a:bodyPr>
          <a:p>
            <a:pPr indent="0" algn="l" defTabSz="914400">
              <a:lnSpc>
                <a:spcPct val="90000"/>
              </a:lnSpc>
              <a:buNone/>
            </a:pPr>
            <a:r>
              <a:rPr lang="en-US" sz="4000" b="1" u="none" strike="noStrike">
                <a:solidFill>
                  <a:schemeClr val="dk2"/>
                </a:solidFill>
                <a:effectLst/>
                <a:uFillTx/>
                <a:latin typeface="Times New Roman"/>
              </a:rPr>
              <a:t>Hooker’s General Principles</a:t>
            </a:r>
            <a:endParaRPr lang="en-US" sz="4000" b="1" u="none" strike="noStrike">
              <a:solidFill>
                <a:schemeClr val="dk2"/>
              </a:solidFill>
              <a:effectLst/>
              <a:uFillTx/>
              <a:latin typeface="Times New Roman"/>
            </a:endParaRPr>
          </a:p>
        </p:txBody>
      </p:sp>
      <p:sp>
        <p:nvSpPr>
          <p:cNvPr id="213" name="PlaceHolder 2"/>
          <p:cNvSpPr>
            <a:spLocks noGrp="1"/>
          </p:cNvSpPr>
          <p:nvPr>
            <p:ph hasCustomPrompt="1"/>
          </p:nvPr>
        </p:nvSpPr>
        <p:spPr>
          <a:xfrm>
            <a:off x="343080" y="1276560"/>
            <a:ext cx="8457840" cy="3709440"/>
          </a:xfrm>
          <a:prstGeom prst="rect">
            <a:avLst/>
          </a:prstGeom>
          <a:noFill/>
          <a:ln w="0">
            <a:noFill/>
          </a:ln>
        </p:spPr>
        <p:txBody>
          <a:bodyPr lIns="91440" tIns="45720" rIns="91440" bIns="45720" anchor="t">
            <a:noAutofit/>
          </a:bodyPr>
          <a:p>
            <a:pPr marL="403200" indent="-403200" algn="l" defTabSz="914400">
              <a:lnSpc>
                <a:spcPct val="100000"/>
              </a:lnSpc>
              <a:spcBef>
                <a:spcPts val="1001"/>
              </a:spcBef>
              <a:buClr>
                <a:srgbClr val="000000"/>
              </a:buClr>
              <a:buFont typeface="Arial"/>
              <a:buAutoNum type="arabicPeriod"/>
              <a:tabLst>
                <a:tab pos="0" algn="l"/>
              </a:tabLst>
            </a:pPr>
            <a:r>
              <a:rPr lang="en-US" sz="2400" b="0" i="1" u="none" strike="noStrike">
                <a:solidFill>
                  <a:schemeClr val="dk1"/>
                </a:solidFill>
                <a:effectLst/>
                <a:uFillTx/>
                <a:latin typeface="Times New Roman"/>
              </a:rPr>
              <a:t>The Reason It All Exists – </a:t>
            </a:r>
            <a:r>
              <a:rPr lang="en-US" sz="2400" b="0" u="none" strike="noStrike">
                <a:solidFill>
                  <a:schemeClr val="dk1"/>
                </a:solidFill>
                <a:effectLst/>
                <a:uFillTx/>
                <a:latin typeface="Times New Roman"/>
              </a:rPr>
              <a:t>provide value to users.</a:t>
            </a:r>
            <a:endParaRPr lang="en-US" sz="2400" b="0" u="none" strike="noStrike">
              <a:solidFill>
                <a:schemeClr val="dk1">
                  <a:lumMod val="65000"/>
                  <a:lumOff val="35000"/>
                </a:schemeClr>
              </a:solidFill>
              <a:effectLst/>
              <a:uFillTx/>
              <a:latin typeface="Times New Roman"/>
            </a:endParaRPr>
          </a:p>
          <a:p>
            <a:pPr marL="403200" indent="-403200" algn="l" defTabSz="914400">
              <a:lnSpc>
                <a:spcPct val="100000"/>
              </a:lnSpc>
              <a:spcBef>
                <a:spcPts val="1001"/>
              </a:spcBef>
              <a:buClr>
                <a:srgbClr val="000000"/>
              </a:buClr>
              <a:buFont typeface="Arial"/>
              <a:buAutoNum type="arabicPeriod"/>
              <a:tabLst>
                <a:tab pos="0" algn="l"/>
              </a:tabLst>
            </a:pPr>
            <a:r>
              <a:rPr lang="en-US" sz="2400" b="0" i="1" u="none" strike="noStrike">
                <a:solidFill>
                  <a:schemeClr val="dk1"/>
                </a:solidFill>
                <a:effectLst/>
                <a:uFillTx/>
                <a:latin typeface="Times New Roman"/>
              </a:rPr>
              <a:t>K</a:t>
            </a:r>
            <a:r>
              <a:rPr lang="en-US" sz="100" b="0" i="1" u="none" strike="noStrike">
                <a:solidFill>
                  <a:schemeClr val="dk1"/>
                </a:solidFill>
                <a:effectLst/>
                <a:uFillTx/>
                <a:latin typeface="Times New Roman"/>
              </a:rPr>
              <a:t> </a:t>
            </a:r>
            <a:r>
              <a:rPr lang="en-US" sz="2400" b="0" i="1" u="none" strike="noStrike">
                <a:solidFill>
                  <a:schemeClr val="dk1"/>
                </a:solidFill>
                <a:effectLst/>
                <a:uFillTx/>
                <a:latin typeface="Times New Roman"/>
              </a:rPr>
              <a:t>I</a:t>
            </a:r>
            <a:r>
              <a:rPr lang="en-US" sz="100" b="0" i="1" u="none" strike="noStrike">
                <a:solidFill>
                  <a:schemeClr val="dk1"/>
                </a:solidFill>
                <a:effectLst/>
                <a:uFillTx/>
                <a:latin typeface="Times New Roman"/>
              </a:rPr>
              <a:t> </a:t>
            </a:r>
            <a:r>
              <a:rPr lang="en-US" sz="2400" b="0" i="1" u="none" strike="noStrike">
                <a:solidFill>
                  <a:schemeClr val="dk1"/>
                </a:solidFill>
                <a:effectLst/>
                <a:uFillTx/>
                <a:latin typeface="Times New Roman"/>
              </a:rPr>
              <a:t>S</a:t>
            </a:r>
            <a:r>
              <a:rPr lang="en-US" sz="100" b="0" i="1" u="none" strike="noStrike">
                <a:solidFill>
                  <a:schemeClr val="dk1"/>
                </a:solidFill>
                <a:effectLst/>
                <a:uFillTx/>
                <a:latin typeface="Times New Roman"/>
              </a:rPr>
              <a:t> </a:t>
            </a:r>
            <a:r>
              <a:rPr lang="en-US" sz="2400" b="0" i="1" u="none" strike="noStrike">
                <a:solidFill>
                  <a:schemeClr val="dk1"/>
                </a:solidFill>
                <a:effectLst/>
                <a:uFillTx/>
                <a:latin typeface="Times New Roman"/>
              </a:rPr>
              <a:t>S (Keep It Simple, Stupid!) </a:t>
            </a:r>
            <a:r>
              <a:rPr lang="en-US" sz="2400" b="0" u="none" strike="noStrike">
                <a:solidFill>
                  <a:schemeClr val="dk1"/>
                </a:solidFill>
                <a:effectLst/>
                <a:uFillTx/>
                <a:latin typeface="Times New Roman"/>
              </a:rPr>
              <a:t>– design simple as it can be.</a:t>
            </a:r>
            <a:endParaRPr lang="en-US" sz="2400" b="0" u="none" strike="noStrike">
              <a:solidFill>
                <a:schemeClr val="dk1">
                  <a:lumMod val="65000"/>
                  <a:lumOff val="35000"/>
                </a:schemeClr>
              </a:solidFill>
              <a:effectLst/>
              <a:uFillTx/>
              <a:latin typeface="Times New Roman"/>
            </a:endParaRPr>
          </a:p>
          <a:p>
            <a:pPr marL="403200" indent="-403200" algn="l" defTabSz="914400">
              <a:lnSpc>
                <a:spcPct val="100000"/>
              </a:lnSpc>
              <a:spcBef>
                <a:spcPts val="1001"/>
              </a:spcBef>
              <a:buClr>
                <a:srgbClr val="000000"/>
              </a:buClr>
              <a:buFont typeface="Arial"/>
              <a:buAutoNum type="arabicPeriod"/>
              <a:tabLst>
                <a:tab pos="0" algn="l"/>
              </a:tabLst>
            </a:pPr>
            <a:r>
              <a:rPr lang="en-US" sz="2400" b="0" i="1" u="none" strike="noStrike">
                <a:solidFill>
                  <a:schemeClr val="dk1"/>
                </a:solidFill>
                <a:effectLst/>
                <a:uFillTx/>
                <a:latin typeface="Times New Roman"/>
              </a:rPr>
              <a:t>Maintain the Vision </a:t>
            </a:r>
            <a:r>
              <a:rPr lang="en-US" sz="2400" b="0" u="none" strike="noStrike">
                <a:solidFill>
                  <a:schemeClr val="dk1"/>
                </a:solidFill>
                <a:effectLst/>
                <a:uFillTx/>
                <a:latin typeface="Times New Roman"/>
              </a:rPr>
              <a:t>– clear vision is essential.</a:t>
            </a:r>
            <a:endParaRPr lang="en-US" sz="2400" b="0" u="none" strike="noStrike">
              <a:solidFill>
                <a:schemeClr val="dk1">
                  <a:lumMod val="65000"/>
                  <a:lumOff val="35000"/>
                </a:schemeClr>
              </a:solidFill>
              <a:effectLst/>
              <a:uFillTx/>
              <a:latin typeface="Times New Roman"/>
            </a:endParaRPr>
          </a:p>
          <a:p>
            <a:pPr marL="403200" indent="-403200" algn="l" defTabSz="914400">
              <a:lnSpc>
                <a:spcPct val="100000"/>
              </a:lnSpc>
              <a:spcBef>
                <a:spcPts val="1001"/>
              </a:spcBef>
              <a:buClr>
                <a:srgbClr val="000000"/>
              </a:buClr>
              <a:buFont typeface="Arial"/>
              <a:buAutoNum type="arabicPeriod"/>
              <a:tabLst>
                <a:tab pos="0" algn="l"/>
              </a:tabLst>
            </a:pPr>
            <a:r>
              <a:rPr lang="en-US" sz="2400" b="0" i="1" u="none" strike="noStrike">
                <a:solidFill>
                  <a:schemeClr val="dk1"/>
                </a:solidFill>
                <a:effectLst/>
                <a:uFillTx/>
                <a:latin typeface="Times New Roman"/>
              </a:rPr>
              <a:t>What You Produce, Others Will Consume.</a:t>
            </a:r>
            <a:endParaRPr lang="en-US" sz="2400" b="0" u="none" strike="noStrike">
              <a:solidFill>
                <a:schemeClr val="dk1">
                  <a:lumMod val="65000"/>
                  <a:lumOff val="35000"/>
                </a:schemeClr>
              </a:solidFill>
              <a:effectLst/>
              <a:uFillTx/>
              <a:latin typeface="Times New Roman"/>
            </a:endParaRPr>
          </a:p>
          <a:p>
            <a:pPr marL="403200" indent="-403200" algn="l" defTabSz="914400">
              <a:lnSpc>
                <a:spcPct val="100000"/>
              </a:lnSpc>
              <a:spcBef>
                <a:spcPts val="1001"/>
              </a:spcBef>
              <a:buClr>
                <a:srgbClr val="000000"/>
              </a:buClr>
              <a:buFont typeface="Arial"/>
              <a:buAutoNum type="arabicPeriod"/>
              <a:tabLst>
                <a:tab pos="0" algn="l"/>
              </a:tabLst>
            </a:pPr>
            <a:r>
              <a:rPr lang="en-US" sz="2400" b="0" i="1" u="none" strike="noStrike">
                <a:solidFill>
                  <a:schemeClr val="dk1"/>
                </a:solidFill>
                <a:effectLst/>
                <a:uFillTx/>
                <a:latin typeface="Times New Roman"/>
              </a:rPr>
              <a:t>Be Open to the Future </a:t>
            </a:r>
            <a:r>
              <a:rPr lang="en-US" sz="2400" b="0" u="none" strike="noStrike">
                <a:solidFill>
                  <a:schemeClr val="dk1"/>
                </a:solidFill>
                <a:effectLst/>
                <a:uFillTx/>
                <a:latin typeface="Times New Roman"/>
              </a:rPr>
              <a:t>- do not design yourself into a corner.</a:t>
            </a:r>
            <a:endParaRPr lang="en-US" sz="2400" b="0" u="none" strike="noStrike">
              <a:solidFill>
                <a:schemeClr val="dk1">
                  <a:lumMod val="65000"/>
                  <a:lumOff val="35000"/>
                </a:schemeClr>
              </a:solidFill>
              <a:effectLst/>
              <a:uFillTx/>
              <a:latin typeface="Times New Roman"/>
            </a:endParaRPr>
          </a:p>
          <a:p>
            <a:pPr marL="403200" indent="-403200" algn="l" defTabSz="914400">
              <a:lnSpc>
                <a:spcPct val="100000"/>
              </a:lnSpc>
              <a:spcBef>
                <a:spcPts val="1001"/>
              </a:spcBef>
              <a:buClr>
                <a:srgbClr val="000000"/>
              </a:buClr>
              <a:buFont typeface="Arial"/>
              <a:buAutoNum type="arabicPeriod"/>
              <a:tabLst>
                <a:tab pos="0" algn="l"/>
              </a:tabLst>
            </a:pPr>
            <a:r>
              <a:rPr lang="en-US" sz="2400" b="0" i="1" u="none" strike="noStrike">
                <a:solidFill>
                  <a:schemeClr val="dk1"/>
                </a:solidFill>
                <a:effectLst/>
                <a:uFillTx/>
                <a:latin typeface="Times New Roman"/>
              </a:rPr>
              <a:t>Plan Ahead for Reuse </a:t>
            </a:r>
            <a:r>
              <a:rPr lang="en-US" sz="2400" b="0" u="none" strike="noStrike">
                <a:solidFill>
                  <a:schemeClr val="dk1"/>
                </a:solidFill>
                <a:effectLst/>
                <a:uFillTx/>
                <a:latin typeface="Times New Roman"/>
              </a:rPr>
              <a:t>– reduces cost and increases value.</a:t>
            </a:r>
            <a:endParaRPr lang="en-US" sz="2400" b="0" u="none" strike="noStrike">
              <a:solidFill>
                <a:schemeClr val="dk1">
                  <a:lumMod val="65000"/>
                  <a:lumOff val="35000"/>
                </a:schemeClr>
              </a:solidFill>
              <a:effectLst/>
              <a:uFillTx/>
              <a:latin typeface="Times New Roman"/>
            </a:endParaRPr>
          </a:p>
          <a:p>
            <a:pPr marL="403200" indent="-403200" algn="l" defTabSz="914400">
              <a:lnSpc>
                <a:spcPct val="100000"/>
              </a:lnSpc>
              <a:spcBef>
                <a:spcPts val="1001"/>
              </a:spcBef>
              <a:buClr>
                <a:srgbClr val="000000"/>
              </a:buClr>
              <a:buFont typeface="Arial"/>
              <a:buAutoNum type="arabicPeriod"/>
              <a:tabLst>
                <a:tab pos="0" algn="l"/>
              </a:tabLst>
            </a:pPr>
            <a:r>
              <a:rPr lang="en-US" sz="2400" b="0" i="1" u="none" strike="noStrike">
                <a:solidFill>
                  <a:schemeClr val="dk1"/>
                </a:solidFill>
                <a:effectLst/>
                <a:uFillTx/>
                <a:latin typeface="Times New Roman"/>
              </a:rPr>
              <a:t>Think!</a:t>
            </a:r>
            <a:r>
              <a:rPr lang="en-US" sz="2400" b="0" u="none" strike="noStrike">
                <a:solidFill>
                  <a:schemeClr val="dk1"/>
                </a:solidFill>
                <a:effectLst/>
                <a:uFillTx/>
                <a:latin typeface="Times New Roman"/>
              </a:rPr>
              <a:t> – placing thought before action produce results.</a:t>
            </a:r>
            <a:endParaRPr lang="en-US" sz="2400" b="0" u="none" strike="noStrike">
              <a:solidFill>
                <a:schemeClr val="dk1">
                  <a:lumMod val="65000"/>
                  <a:lumOff val="35000"/>
                </a:schemeClr>
              </a:solidFill>
              <a:effectLst/>
              <a:uFillTx/>
              <a:latin typeface="Times New Roman"/>
            </a:endParaRPr>
          </a:p>
        </p:txBody>
      </p:sp>
      <p:sp>
        <p:nvSpPr>
          <p:cNvPr id="4" name="PlaceHolder 3"/>
          <p:cNvSpPr>
            <a:spLocks noGrp="1"/>
          </p:cNvSpPr>
          <p:nvPr>
            <p:ph type="sldNum" idx="5"/>
          </p:nvPr>
        </p:nvSpPr>
        <p:spPr/>
        <p:txBody>
          <a:bodyPr/>
          <a:p>
            <a:fld id="{331B16C5-98CC-4558-81F5-FF36D51A6FF1}" type="slidenum">
              <a:t>17</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title" hasCustomPrompt="1"/>
          </p:nvPr>
        </p:nvSpPr>
        <p:spPr>
          <a:xfrm>
            <a:off x="343080" y="304920"/>
            <a:ext cx="8457840" cy="678240"/>
          </a:xfrm>
          <a:prstGeom prst="rect">
            <a:avLst/>
          </a:prstGeom>
          <a:noFill/>
          <a:ln w="0">
            <a:noFill/>
          </a:ln>
        </p:spPr>
        <p:txBody>
          <a:bodyPr lIns="91440" tIns="45720" rIns="91440" bIns="45720" anchor="ctr">
            <a:normAutofit/>
          </a:bodyPr>
          <a:p>
            <a:pPr indent="0" algn="l" defTabSz="914400">
              <a:lnSpc>
                <a:spcPct val="90000"/>
              </a:lnSpc>
              <a:buNone/>
            </a:pPr>
            <a:r>
              <a:rPr lang="en-US" sz="4000" b="1" u="none" strike="noStrike">
                <a:solidFill>
                  <a:schemeClr val="dk2"/>
                </a:solidFill>
                <a:effectLst/>
                <a:uFillTx/>
                <a:latin typeface="Times New Roman"/>
              </a:rPr>
              <a:t>How it all Starts – SafeHome Begins</a:t>
            </a:r>
            <a:endParaRPr lang="en-US" sz="4000" b="1" u="none" strike="noStrike">
              <a:solidFill>
                <a:schemeClr val="dk2"/>
              </a:solidFill>
              <a:effectLst/>
              <a:uFillTx/>
              <a:latin typeface="Times New Roman"/>
            </a:endParaRPr>
          </a:p>
        </p:txBody>
      </p:sp>
      <p:sp>
        <p:nvSpPr>
          <p:cNvPr id="215" name="PlaceHolder 2"/>
          <p:cNvSpPr>
            <a:spLocks noGrp="1"/>
          </p:cNvSpPr>
          <p:nvPr>
            <p:ph hasCustomPrompt="1"/>
          </p:nvPr>
        </p:nvSpPr>
        <p:spPr>
          <a:xfrm>
            <a:off x="343080" y="1276560"/>
            <a:ext cx="8457840" cy="4971240"/>
          </a:xfrm>
          <a:prstGeom prst="rect">
            <a:avLst/>
          </a:prstGeom>
          <a:noFill/>
          <a:ln w="0">
            <a:noFill/>
          </a:ln>
        </p:spPr>
        <p:txBody>
          <a:bodyPr lIns="91440" tIns="45720" rIns="91440" bIns="45720" anchor="t">
            <a:noAutofit/>
          </a:bodyPr>
          <a:p>
            <a:pPr marL="1440" indent="0" algn="l" defTabSz="914400">
              <a:lnSpc>
                <a:spcPct val="100000"/>
              </a:lnSpc>
              <a:spcBef>
                <a:spcPts val="300"/>
              </a:spcBef>
              <a:spcAft>
                <a:spcPts val="799"/>
              </a:spcAft>
              <a:buNone/>
              <a:tabLst>
                <a:tab pos="0" algn="l"/>
              </a:tabLst>
            </a:pPr>
            <a:r>
              <a:rPr lang="en-US" sz="2400" b="0" u="none" strike="noStrike">
                <a:solidFill>
                  <a:schemeClr val="dk1"/>
                </a:solidFill>
                <a:effectLst/>
                <a:uFillTx/>
                <a:latin typeface="Times New Roman"/>
              </a:rPr>
              <a:t>Every software project is precipitated by some business need—</a:t>
            </a:r>
            <a:endParaRPr lang="en-US" sz="2400" b="0" u="none" strike="noStrike">
              <a:solidFill>
                <a:schemeClr val="dk1">
                  <a:lumMod val="65000"/>
                  <a:lumOff val="35000"/>
                </a:schemeClr>
              </a:solidFill>
              <a:effectLst/>
              <a:uFillTx/>
              <a:latin typeface="Times New Roman"/>
            </a:endParaRPr>
          </a:p>
          <a:p>
            <a:pPr marL="291600" lvl="2" indent="-291600" algn="l" defTabSz="914400">
              <a:lnSpc>
                <a:spcPct val="100000"/>
              </a:lnSpc>
              <a:spcBef>
                <a:spcPts val="1001"/>
              </a:spcBef>
              <a:buClr>
                <a:srgbClr val="000000"/>
              </a:buClr>
              <a:buFont typeface="Arial"/>
              <a:buChar char="•"/>
              <a:tabLst>
                <a:tab pos="0" algn="l"/>
              </a:tabLst>
            </a:pPr>
            <a:r>
              <a:rPr lang="en-US" sz="2400" b="0" u="none" strike="noStrike">
                <a:solidFill>
                  <a:schemeClr val="dk1"/>
                </a:solidFill>
                <a:effectLst/>
                <a:uFillTx/>
                <a:latin typeface="Times New Roman"/>
              </a:rPr>
              <a:t>The need to correct a defect in an existing application;</a:t>
            </a:r>
            <a:endParaRPr lang="en-US" sz="2400" b="0" u="none" strike="noStrike">
              <a:solidFill>
                <a:schemeClr val="dk2"/>
              </a:solidFill>
              <a:effectLst/>
              <a:uFillTx/>
              <a:latin typeface="Times New Roman"/>
            </a:endParaRPr>
          </a:p>
          <a:p>
            <a:pPr marL="291600" lvl="2" indent="-291600" algn="l" defTabSz="914400">
              <a:lnSpc>
                <a:spcPct val="100000"/>
              </a:lnSpc>
              <a:spcBef>
                <a:spcPts val="1001"/>
              </a:spcBef>
              <a:buClr>
                <a:srgbClr val="000000"/>
              </a:buClr>
              <a:buFont typeface="Arial"/>
              <a:buChar char="•"/>
              <a:tabLst>
                <a:tab pos="0" algn="l"/>
              </a:tabLst>
            </a:pPr>
            <a:r>
              <a:rPr lang="en-US" sz="2400" b="0" u="none" strike="noStrike">
                <a:solidFill>
                  <a:schemeClr val="dk1"/>
                </a:solidFill>
                <a:effectLst/>
                <a:uFillTx/>
                <a:latin typeface="Times New Roman"/>
              </a:rPr>
              <a:t>The need to the need to adapt a ‘legacy system’ to a changing business environment;</a:t>
            </a:r>
            <a:endParaRPr lang="en-US" sz="2400" b="0" u="none" strike="noStrike">
              <a:solidFill>
                <a:schemeClr val="dk2"/>
              </a:solidFill>
              <a:effectLst/>
              <a:uFillTx/>
              <a:latin typeface="Times New Roman"/>
            </a:endParaRPr>
          </a:p>
          <a:p>
            <a:pPr marL="291600" lvl="2" indent="-291600" algn="l" defTabSz="914400">
              <a:lnSpc>
                <a:spcPct val="100000"/>
              </a:lnSpc>
              <a:spcBef>
                <a:spcPts val="1001"/>
              </a:spcBef>
              <a:buClr>
                <a:srgbClr val="000000"/>
              </a:buClr>
              <a:buFont typeface="Arial"/>
              <a:buChar char="•"/>
              <a:tabLst>
                <a:tab pos="0" algn="l"/>
              </a:tabLst>
            </a:pPr>
            <a:r>
              <a:rPr lang="en-US" sz="2400" b="0" u="none" strike="noStrike">
                <a:solidFill>
                  <a:schemeClr val="dk1"/>
                </a:solidFill>
                <a:effectLst/>
                <a:uFillTx/>
                <a:latin typeface="Times New Roman"/>
              </a:rPr>
              <a:t>The need to extend the functions and features of an existing application, or</a:t>
            </a:r>
            <a:endParaRPr lang="en-US" sz="2400" b="0" u="none" strike="noStrike">
              <a:solidFill>
                <a:schemeClr val="dk2"/>
              </a:solidFill>
              <a:effectLst/>
              <a:uFillTx/>
              <a:latin typeface="Times New Roman"/>
            </a:endParaRPr>
          </a:p>
          <a:p>
            <a:pPr marL="291600" lvl="2" indent="-291600" algn="l" defTabSz="914400">
              <a:lnSpc>
                <a:spcPct val="100000"/>
              </a:lnSpc>
              <a:spcBef>
                <a:spcPts val="1001"/>
              </a:spcBef>
              <a:buClr>
                <a:srgbClr val="000000"/>
              </a:buClr>
              <a:buFont typeface="Arial"/>
              <a:buChar char="•"/>
              <a:tabLst>
                <a:tab pos="0" algn="l"/>
              </a:tabLst>
            </a:pPr>
            <a:r>
              <a:rPr lang="en-US" sz="2400" b="0" u="none" strike="noStrike">
                <a:solidFill>
                  <a:schemeClr val="dk1"/>
                </a:solidFill>
                <a:effectLst/>
                <a:uFillTx/>
                <a:latin typeface="Times New Roman"/>
              </a:rPr>
              <a:t>The need to create a new product, service, or system.</a:t>
            </a:r>
            <a:endParaRPr lang="en-US" sz="2400" b="0" u="none" strike="noStrike">
              <a:solidFill>
                <a:schemeClr val="dk2"/>
              </a:solidFill>
              <a:effectLst/>
              <a:uFillTx/>
              <a:latin typeface="Times New Roman"/>
            </a:endParaRPr>
          </a:p>
        </p:txBody>
      </p:sp>
      <p:sp>
        <p:nvSpPr>
          <p:cNvPr id="4" name="PlaceHolder 3"/>
          <p:cNvSpPr>
            <a:spLocks noGrp="1"/>
          </p:cNvSpPr>
          <p:nvPr>
            <p:ph type="sldNum" idx="5"/>
          </p:nvPr>
        </p:nvSpPr>
        <p:spPr/>
        <p:txBody>
          <a:bodyPr/>
          <a:p>
            <a:fld id="{B051CB01-1772-4F67-B65D-CC7055750908}" type="slidenum">
              <a:t>18</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type="title" hasCustomPrompt="1"/>
          </p:nvPr>
        </p:nvSpPr>
        <p:spPr>
          <a:xfrm>
            <a:off x="3426120" y="418320"/>
            <a:ext cx="2291760" cy="291600"/>
          </a:xfrm>
          <a:prstGeom prst="rect">
            <a:avLst/>
          </a:prstGeom>
          <a:noFill/>
          <a:ln w="0">
            <a:noFill/>
          </a:ln>
        </p:spPr>
        <p:txBody>
          <a:bodyPr lIns="90000" tIns="45000" rIns="90000" bIns="45000" anchor="t">
            <a:noAutofit/>
          </a:bodyPr>
          <a:p>
            <a:pPr indent="0" algn="ctr" defTabSz="914400">
              <a:lnSpc>
                <a:spcPct val="90000"/>
              </a:lnSpc>
              <a:buNone/>
            </a:pPr>
            <a:r>
              <a:rPr lang="en-US" sz="1600" b="0" u="none" strike="noStrike">
                <a:solidFill>
                  <a:schemeClr val="dk1"/>
                </a:solidFill>
                <a:effectLst/>
                <a:uFillTx/>
                <a:latin typeface="Arial"/>
              </a:rPr>
              <a:t>End of Main Content</a:t>
            </a:r>
            <a:endParaRPr lang="en-US" sz="1600" b="0" u="none" strike="noStrike">
              <a:solidFill>
                <a:schemeClr val="dk1"/>
              </a:solidFill>
              <a:effectLst/>
              <a:uFillTx/>
              <a:latin typeface="Arial"/>
            </a:endParaRPr>
          </a:p>
        </p:txBody>
      </p:sp>
      <p:sp>
        <p:nvSpPr>
          <p:cNvPr id="217" name="PlaceHolder 2"/>
          <p:cNvSpPr>
            <a:spLocks noGrp="1"/>
          </p:cNvSpPr>
          <p:nvPr>
            <p:ph type="ftr" idx="18"/>
          </p:nvPr>
        </p:nvSpPr>
        <p:spPr>
          <a:xfrm>
            <a:off x="0" y="6487200"/>
            <a:ext cx="9143640" cy="370440"/>
          </a:xfrm>
          <a:prstGeom prst="rect">
            <a:avLst/>
          </a:prstGeom>
          <a:noFill/>
          <a:ln w="0">
            <a:noFill/>
          </a:ln>
        </p:spPr>
        <p:txBody>
          <a:bodyPr lIns="91440" tIns="45720" rIns="91440" bIns="45720" anchor="ctr">
            <a:noAutofit/>
          </a:bodyPr>
          <a:lstStyle>
            <a:lvl1pPr indent="0" algn="ctr" defTabSz="914400">
              <a:lnSpc>
                <a:spcPct val="100000"/>
              </a:lnSpc>
              <a:buNone/>
              <a:defRPr lang="en-US" sz="800" b="0" u="none" strike="noStrike">
                <a:solidFill>
                  <a:schemeClr val="dk1">
                    <a:lumMod val="50000"/>
                    <a:lumOff val="50000"/>
                  </a:schemeClr>
                </a:solidFill>
                <a:effectLst/>
                <a:uFillTx/>
                <a:latin typeface="Arial"/>
              </a:defRPr>
            </a:lvl1pPr>
          </a:lstStyle>
          <a:p>
            <a:pPr indent="0" algn="ctr" defTabSz="914400">
              <a:lnSpc>
                <a:spcPct val="100000"/>
              </a:lnSpc>
              <a:buNone/>
            </a:pPr>
            <a:r>
              <a:rPr lang="en-US" sz="800" b="0" u="none" strike="noStrike">
                <a:solidFill>
                  <a:schemeClr val="dk1">
                    <a:lumMod val="50000"/>
                    <a:lumOff val="50000"/>
                  </a:schemeClr>
                </a:solidFill>
                <a:effectLst/>
                <a:uFillTx/>
                <a:latin typeface="Arial"/>
              </a:rPr>
              <a:t>© 2020 McGraw-Hill Education. All rights reserved. Authorized only for instructor use in the classroom.</a:t>
            </a:r>
            <a:endParaRPr lang="en-US" sz="800" b="0" u="none" strike="noStrike">
              <a:solidFill>
                <a:srgbClr val="000000"/>
              </a:solidFill>
              <a:effectLst/>
              <a:uFillTx/>
              <a:latin typeface="Times New Roman"/>
            </a:endParaRPr>
          </a:p>
          <a:p>
            <a:pPr indent="0" algn="ctr" defTabSz="914400">
              <a:lnSpc>
                <a:spcPct val="100000"/>
              </a:lnSpc>
              <a:buNone/>
            </a:pPr>
            <a:r>
              <a:rPr lang="en-US" sz="800" b="0" u="none" strike="noStrike">
                <a:solidFill>
                  <a:schemeClr val="dk1">
                    <a:lumMod val="50000"/>
                    <a:lumOff val="50000"/>
                  </a:schemeClr>
                </a:solidFill>
                <a:effectLst/>
                <a:uFillTx/>
                <a:latin typeface="Arial"/>
              </a:rPr>
              <a:t>No reproduction or further distribution permitted without the prior written consent of McGraw-Hill Education.</a:t>
            </a:r>
            <a:endParaRPr lang="en-US" sz="8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218" name="PlaceHolder 1"/>
          <p:cNvSpPr>
            <a:spLocks noGrp="1"/>
          </p:cNvSpPr>
          <p:nvPr>
            <p:ph type="title" hasCustomPrompt="1"/>
          </p:nvPr>
        </p:nvSpPr>
        <p:spPr>
          <a:xfrm>
            <a:off x="342720" y="2310840"/>
            <a:ext cx="7696440" cy="637200"/>
          </a:xfrm>
          <a:prstGeom prst="rect">
            <a:avLst/>
          </a:prstGeom>
          <a:noFill/>
          <a:ln w="0">
            <a:noFill/>
          </a:ln>
        </p:spPr>
        <p:txBody>
          <a:bodyPr lIns="91440" tIns="45720" rIns="91440" bIns="45720" anchor="ctr">
            <a:normAutofit/>
          </a:bodyPr>
          <a:p>
            <a:pPr indent="0" algn="l" defTabSz="914400">
              <a:lnSpc>
                <a:spcPct val="90000"/>
              </a:lnSpc>
              <a:buNone/>
            </a:pPr>
            <a:r>
              <a:rPr lang="en-US" sz="2400" b="1" u="none" strike="noStrike">
                <a:solidFill>
                  <a:schemeClr val="dk2"/>
                </a:solidFill>
                <a:effectLst/>
                <a:uFillTx/>
                <a:latin typeface="Times New Roman"/>
              </a:rPr>
              <a:t>Accessibility Content: Text Alternatives for Images</a:t>
            </a:r>
            <a:endParaRPr lang="en-US" sz="2400" b="1" u="none" strike="noStrike">
              <a:solidFill>
                <a:schemeClr val="dk2"/>
              </a:solidFill>
              <a:effectLst/>
              <a:uFillTx/>
              <a:latin typeface="Times New Roman"/>
            </a:endParaRPr>
          </a:p>
        </p:txBody>
      </p:sp>
      <p:sp>
        <p:nvSpPr>
          <p:cNvPr id="3" name="PlaceHolder 2"/>
          <p:cNvSpPr>
            <a:spLocks noGrp="1"/>
          </p:cNvSpPr>
          <p:nvPr>
            <p:ph type="sldNum" idx="13"/>
          </p:nvPr>
        </p:nvSpPr>
        <p:spPr/>
        <p:txBody>
          <a:bodyPr/>
          <a:p>
            <a:fld id="{5DEBA9A5-A29A-49EE-9053-4DD1803112E0}" type="slidenum">
              <a:t>20</a:t>
            </a:fld>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219" name="PlaceHolder 1"/>
          <p:cNvSpPr>
            <a:spLocks noGrp="1"/>
          </p:cNvSpPr>
          <p:nvPr>
            <p:ph type="title" hasCustomPrompt="1"/>
          </p:nvPr>
        </p:nvSpPr>
        <p:spPr>
          <a:xfrm>
            <a:off x="343080" y="192600"/>
            <a:ext cx="8457840" cy="902880"/>
          </a:xfrm>
          <a:prstGeom prst="rect">
            <a:avLst/>
          </a:prstGeom>
          <a:noFill/>
          <a:ln w="0">
            <a:noFill/>
          </a:ln>
        </p:spPr>
        <p:txBody>
          <a:bodyPr lIns="91440" tIns="45720" rIns="91440" bIns="45720" anchor="ctr">
            <a:noAutofit/>
          </a:bodyPr>
          <a:p>
            <a:pPr indent="0" algn="l" defTabSz="914400">
              <a:lnSpc>
                <a:spcPct val="90000"/>
              </a:lnSpc>
              <a:buNone/>
            </a:pPr>
            <a:r>
              <a:rPr lang="en-US" sz="3400" b="1" u="none" strike="noStrike">
                <a:solidFill>
                  <a:schemeClr val="dk2"/>
                </a:solidFill>
                <a:effectLst/>
                <a:uFillTx/>
                <a:latin typeface="Times New Roman"/>
              </a:rPr>
              <a:t>Wear versus Deterioration – Text Alternative</a:t>
            </a:r>
            <a:endParaRPr lang="en-US" sz="3400" b="1" u="none" strike="noStrike">
              <a:solidFill>
                <a:schemeClr val="dk2"/>
              </a:solidFill>
              <a:effectLst/>
              <a:uFillTx/>
              <a:latin typeface="Times New Roman"/>
            </a:endParaRPr>
          </a:p>
        </p:txBody>
      </p:sp>
      <p:sp>
        <p:nvSpPr>
          <p:cNvPr id="220" name="PlaceHolder 2"/>
          <p:cNvSpPr>
            <a:spLocks noGrp="1"/>
          </p:cNvSpPr>
          <p:nvPr>
            <p:ph hasCustomPrompt="1"/>
          </p:nvPr>
        </p:nvSpPr>
        <p:spPr>
          <a:xfrm>
            <a:off x="3081600" y="1239840"/>
            <a:ext cx="2980440" cy="225000"/>
          </a:xfrm>
          <a:prstGeom prst="rect">
            <a:avLst/>
          </a:prstGeom>
          <a:noFill/>
          <a:ln w="0">
            <a:noFill/>
          </a:ln>
        </p:spPr>
        <p:txBody>
          <a:bodyPr lIns="91440" tIns="45720" rIns="91440" bIns="45720" anchor="ctr">
            <a:noAutofit/>
          </a:bodyPr>
          <a:p>
            <a:pPr indent="0" algn="ctr" defTabSz="914400">
              <a:lnSpc>
                <a:spcPct val="100000"/>
              </a:lnSpc>
              <a:spcAft>
                <a:spcPts val="799"/>
              </a:spcAft>
              <a:buNone/>
              <a:tabLst>
                <a:tab pos="0" algn="l"/>
              </a:tabLst>
            </a:pPr>
            <a:r>
              <a:rPr lang="en-US" sz="1200" b="0" u="sng" strike="noStrike">
                <a:solidFill>
                  <a:schemeClr val="dk2"/>
                </a:solidFill>
                <a:effectLst/>
                <a:uFillTx/>
                <a:latin typeface="Times New Roman"/>
                <a:hlinkClick r:id="rId1" action="ppaction://hlinksldjump"/>
              </a:rPr>
              <a:t>Return to parent-slide containing images.</a:t>
            </a:r>
            <a:endParaRPr lang="en-US" sz="1200" b="0" u="none" strike="noStrike">
              <a:solidFill>
                <a:schemeClr val="dk2"/>
              </a:solidFill>
              <a:effectLst/>
              <a:uFillTx/>
              <a:latin typeface="Times New Roman"/>
            </a:endParaRPr>
          </a:p>
        </p:txBody>
      </p:sp>
      <p:sp>
        <p:nvSpPr>
          <p:cNvPr id="221" name="PlaceHolder 3"/>
          <p:cNvSpPr>
            <a:spLocks noGrp="1"/>
          </p:cNvSpPr>
          <p:nvPr>
            <p:ph hasCustomPrompt="1"/>
          </p:nvPr>
        </p:nvSpPr>
        <p:spPr>
          <a:xfrm>
            <a:off x="343080" y="1647720"/>
            <a:ext cx="8457840" cy="3796560"/>
          </a:xfrm>
          <a:prstGeom prst="rect">
            <a:avLst/>
          </a:prstGeom>
          <a:noFill/>
          <a:ln w="0">
            <a:noFill/>
          </a:ln>
        </p:spPr>
        <p:txBody>
          <a:bodyPr lIns="91440" tIns="45720" rIns="91440" bIns="45720" anchor="t">
            <a:noAutofit/>
          </a:bodyPr>
          <a:p>
            <a:pPr indent="0" algn="l" defTabSz="914400">
              <a:lnSpc>
                <a:spcPct val="100000"/>
              </a:lnSpc>
              <a:spcAft>
                <a:spcPts val="799"/>
              </a:spcAft>
              <a:buNone/>
              <a:tabLst>
                <a:tab pos="0" algn="l"/>
              </a:tabLst>
            </a:pPr>
            <a:r>
              <a:rPr lang="en-US" sz="2400" b="0" u="none" strike="noStrike">
                <a:solidFill>
                  <a:schemeClr val="dk2"/>
                </a:solidFill>
                <a:effectLst/>
                <a:uFillTx/>
                <a:latin typeface="Times New Roman"/>
              </a:rPr>
              <a:t>A graph showing wear versus deterioration is plotted for failure rate versus time. An idealized curve shows that failure-rate reduces as time increases. The displayed curve has a hyperbolic shape which falls from a high y-value to a near constant y-value as x increases. The actual curve shows that failure-rate reduces and reaches a minimum but rises again with a reduced slope as time increases. When a change is implemented there is sudden spike in the curve resulting in higher failure rate which then falls back towards the actual curve as time increases. The failure rate increases due to side-effects. </a:t>
            </a:r>
            <a:endParaRPr lang="en-US" sz="2400" b="0" u="none" strike="noStrike">
              <a:solidFill>
                <a:schemeClr val="dk2"/>
              </a:solidFill>
              <a:effectLst/>
              <a:uFillTx/>
              <a:latin typeface="Times New Roman"/>
            </a:endParaRPr>
          </a:p>
        </p:txBody>
      </p:sp>
      <p:sp>
        <p:nvSpPr>
          <p:cNvPr id="222" name="PlaceHolder 4"/>
          <p:cNvSpPr>
            <a:spLocks noGrp="1"/>
          </p:cNvSpPr>
          <p:nvPr>
            <p:ph hasCustomPrompt="1"/>
          </p:nvPr>
        </p:nvSpPr>
        <p:spPr>
          <a:xfrm>
            <a:off x="3092040" y="6350040"/>
            <a:ext cx="2959560" cy="228240"/>
          </a:xfrm>
          <a:prstGeom prst="rect">
            <a:avLst/>
          </a:prstGeom>
          <a:noFill/>
          <a:ln w="0">
            <a:noFill/>
          </a:ln>
        </p:spPr>
        <p:txBody>
          <a:bodyPr lIns="91440" tIns="45720" rIns="91440" bIns="45720" anchor="ctr">
            <a:noAutofit/>
          </a:bodyPr>
          <a:p>
            <a:pPr indent="0" algn="ctr" defTabSz="914400">
              <a:lnSpc>
                <a:spcPct val="100000"/>
              </a:lnSpc>
              <a:spcAft>
                <a:spcPts val="799"/>
              </a:spcAft>
              <a:buNone/>
              <a:tabLst>
                <a:tab pos="0" algn="l"/>
              </a:tabLst>
            </a:pPr>
            <a:r>
              <a:rPr lang="en-US" sz="1200" b="0" u="sng" strike="noStrike">
                <a:solidFill>
                  <a:schemeClr val="dk2"/>
                </a:solidFill>
                <a:effectLst/>
                <a:uFillTx/>
                <a:latin typeface="Times New Roman"/>
                <a:hlinkClick r:id="rId2" action="ppaction://hlinksldjump"/>
              </a:rPr>
              <a:t>Return to parent-slide containing images.</a:t>
            </a:r>
            <a:endParaRPr lang="en-US" sz="1200" b="0" u="none" strike="noStrike">
              <a:solidFill>
                <a:schemeClr val="dk2"/>
              </a:solidFill>
              <a:effectLst/>
              <a:uFillTx/>
              <a:latin typeface="Times New Roman"/>
            </a:endParaRPr>
          </a:p>
        </p:txBody>
      </p:sp>
      <p:sp>
        <p:nvSpPr>
          <p:cNvPr id="6" name="PlaceHolder 5"/>
          <p:cNvSpPr>
            <a:spLocks noGrp="1"/>
          </p:cNvSpPr>
          <p:nvPr>
            <p:ph type="sldNum" idx="15"/>
          </p:nvPr>
        </p:nvSpPr>
        <p:spPr/>
        <p:txBody>
          <a:bodyPr/>
          <a:p>
            <a:fld id="{4D4B401B-159C-4AA9-9DA1-668BC90A4245}" type="slidenum">
              <a:t>21</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pitchFamily="0" charset="1"/>
        <a:ea typeface=""/>
        <a:cs typeface=""/>
      </a:majorFont>
      <a:minorFont>
        <a:latin typeface="Arial" panose="020B06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MainContent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pitchFamily="0" charset="1"/>
        <a:ea typeface=""/>
        <a:cs typeface=""/>
      </a:majorFont>
      <a:minorFont>
        <a:latin typeface="Arial" panose="020B06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pitchFamily="0" charset="1"/>
        <a:ea typeface=""/>
        <a:cs typeface=""/>
      </a:majorFont>
      <a:minorFont>
        <a:latin typeface="Arial" panose="020B06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pitchFamily="0" charset="1"/>
        <a:ea typeface=""/>
        <a:cs typeface=""/>
      </a:majorFont>
      <a:minorFont>
        <a:latin typeface="Arial" panose="020B06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ImageDescriptionAppendixSlideMaster">
  <a:themeElements>
    <a:clrScheme name="Custom 3">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pitchFamily="0" charset="1"/>
        <a:ea typeface=""/>
        <a:cs typeface=""/>
      </a:majorFont>
      <a:minorFont>
        <a:latin typeface="Arial" panose="020B06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MHHE_Generic Accessible PPT Template_Editorial_v8_2018</Template>
  <TotalTime>560</TotalTime>
  <Application>LibreOffice/26.2.3.2$Linux_X86_64 LibreOffice_project/d4d5ed47b6084125f28d269a5650105d54dde034</Application>
  <AppVersion>15.0000</AppVersion>
  <Words>1116</Words>
  <Paragraphs>140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2019-01-22T22:04:31Z</dcterms:created>
  <dc:creator>Ervolino, Heather</dc:creator>
  <dc:description/>
  <cp:keywords>PPT</cp:keywords>
  <dc:language>en-US</dc:language>
  <cp:lastModifiedBy/>
  <dcterms:modified xsi:type="dcterms:W3CDTF">2026-05-28T09:49:18Z</dcterms:modified>
  <cp:revision>49</cp:revision>
  <dc:subject/>
  <dc:title>One of Four Title Slide Options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2</vt:i4>
  </property>
  <property fmtid="{D5CDD505-2E9C-101B-9397-08002B2CF9AE}" pid="3" name="PresentationFormat">
    <vt:lpwstr>On-screen Show (4:3)</vt:lpwstr>
  </property>
  <property fmtid="{D5CDD505-2E9C-101B-9397-08002B2CF9AE}" pid="4" name="Slides">
    <vt:i4>21</vt:i4>
  </property>
</Properties>
</file>